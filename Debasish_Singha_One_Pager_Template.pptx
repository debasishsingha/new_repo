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08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4020E-3494-422F-854F-D7951D988BD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84C8F2-1423-47E0-A37F-D70F48EF3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37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3585-B1F4-D6EB-1A0B-FA4D9F3BD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98EB9-6C21-6834-0CE9-539B889A3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0671-2C5B-C5AC-1B1E-1A486634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4784B-2099-29B8-CB9C-B577882C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2AF9-EAB9-4EDF-6C52-D3F77009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F9F3-59DA-08A6-A42B-D45FD5AD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45E21-1DB2-06D5-3F47-BEA10BD5A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0088A-F022-599B-3925-4B18557B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0661-D33B-2BB0-BD47-B1FEF249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4250E-1FF6-E4CC-4A21-61940C48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7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61E8-095F-10CA-3FC4-9AE90508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1EB5D-9587-E3BD-1377-4CD3F8D8B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E8E9-6810-75D3-D5F9-AB866CA9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2F89D-E5DE-1C56-BF12-7D1CFB71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4DF4B-4811-45A1-8675-C2C6EC73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2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0B5C-8570-A184-C9D4-C4585774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E6771-DBBE-4B75-87C9-BECABE699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BD8C0-DF41-FD85-6B0B-43C19B270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2534F-813E-F805-8C43-A3BFE0D3C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69E89-A5D0-2A92-EC75-E224971F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115C3-634F-E80E-0425-3768567A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1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0DE8-D3AE-8075-C53E-48BFE0DC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B01AF-70B6-451F-7039-C4A0DFD28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A9B93-DB2E-4BD6-3404-C3FC15009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99454-49DA-6577-CF16-1675B9394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34272-73F4-2E11-A9DC-D6DE049B2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12054-577B-A3DE-6A95-EBB1DF1F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B2AD9-6565-F903-BE17-9E849551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1D3E0-1350-E293-A8FB-229C1166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21A0-2D3F-A39B-D673-10738209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73CBE-4A31-DA9E-CED5-70BDCE6F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295B6-A2FA-0B49-E536-E2046B22A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6ECD-7C40-3D42-8EA8-73980347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2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22AE-1F7E-B3E9-9E5D-D7DD6E27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627AE-D2D9-41DC-32F1-37E6BE32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81FA-C1BD-467A-4921-7D26C258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4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8088-789C-70D8-446C-7D7CBA682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5AD7-098E-E6C6-0F5B-9ACD0F9A6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45724-213E-D581-2669-059F460E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01E56-0D83-0F15-629F-E35C95A0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56EF-8824-6622-73B6-4CC4DE25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86B0C-02A7-E4E3-8880-AFC34236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7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B426-5607-9628-F228-27FAB6B9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E2ECCA-3290-361A-0192-1BC5866A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79A6E-706E-41E0-91C6-83F56AD98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7662A-B02F-E0AF-5F07-FC2F97DA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17D8A-3F32-0455-32CE-77E45E57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E2529-463C-3BA9-661D-DB319047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7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D43-5878-84CD-675E-546BB54C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82A5F-40C0-0232-DB6D-0F4D73D3C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59E8E-A60F-557E-9913-81D51835F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D901B-43BD-BE33-396C-25814D52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AA262-1F14-75A3-3516-DAD9A847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7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42F9F-0ACE-74DC-7954-C0FE61FC5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E05C3-2A50-52C1-608A-5F0DBAB1C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F0FFB-BD90-7732-51A9-67B75A9E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5E837-E147-7CFA-DE66-A9CCFA7A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975FE-76B8-65CB-3F24-6F10FA58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-Single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0C21D07F-EAFE-47CB-B4F8-9E5500AC80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CEE15A7-2B67-47F3-A3FA-E1C872FB3F6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287690" y="3124200"/>
            <a:ext cx="5558655" cy="3493168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1000" i="0" u="none" baseline="0"/>
            </a:lvl1pPr>
            <a:lvl2pPr>
              <a:lnSpc>
                <a:spcPct val="114000"/>
              </a:lnSpc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D02C26D2-05E4-48DC-8D99-760E5532075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white">
          <a:xfrm>
            <a:off x="2468282" y="290681"/>
            <a:ext cx="6223655" cy="306703"/>
          </a:xfrm>
        </p:spPr>
        <p:txBody>
          <a:bodyPr>
            <a:noAutofit/>
          </a:bodyPr>
          <a:lstStyle>
            <a:lvl1pPr>
              <a:defRPr sz="2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957BF1E-36C1-4B31-92FB-90275F46A9C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white">
          <a:xfrm>
            <a:off x="2468279" y="665943"/>
            <a:ext cx="6056596" cy="321205"/>
          </a:xfrm>
        </p:spPr>
        <p:txBody>
          <a:bodyPr>
            <a:noAutofit/>
          </a:bodyPr>
          <a:lstStyle>
            <a:lvl1pPr marL="0" marR="0" indent="0" algn="l" defTabSz="914377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C4E9722-7A55-4167-A1D6-4F9CBBCF249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white">
          <a:xfrm>
            <a:off x="3489547" y="1411254"/>
            <a:ext cx="2373312" cy="295449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34CF5460-88B7-4E5C-BD54-FBB06A2C6E3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ltGray">
          <a:xfrm>
            <a:off x="383259" y="287493"/>
            <a:ext cx="1734208" cy="1735628"/>
          </a:xfrm>
          <a:prstGeom prst="ellipse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lvl1pPr>
              <a:lnSpc>
                <a:spcPct val="114000"/>
              </a:lnSpc>
              <a:defRPr sz="10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B4BB54FE-180A-412E-B94B-D757EE7AB7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white">
          <a:xfrm>
            <a:off x="3493035" y="1621736"/>
            <a:ext cx="2373312" cy="325397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3C4C19F-DF19-49AF-B279-4AC987D6B24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white">
          <a:xfrm>
            <a:off x="3493035" y="1821776"/>
            <a:ext cx="2373312" cy="33025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442F7536-AF89-4450-B09F-B3F8570374A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83259" y="3124200"/>
            <a:ext cx="2645076" cy="3493168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 sz="1000" u="none"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C3E072D-A431-4790-AE62-886835FFFB3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 bwMode="white">
          <a:xfrm>
            <a:off x="3491040" y="1211246"/>
            <a:ext cx="2373312" cy="287681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87FC5A-8C5B-46D1-90A7-A200A1A86369}"/>
              </a:ext>
            </a:extLst>
          </p:cNvPr>
          <p:cNvGrpSpPr/>
          <p:nvPr userDrawn="1"/>
        </p:nvGrpSpPr>
        <p:grpSpPr>
          <a:xfrm>
            <a:off x="241196" y="2658906"/>
            <a:ext cx="413521" cy="413521"/>
            <a:chOff x="3745700" y="752377"/>
            <a:chExt cx="610920" cy="610920"/>
          </a:xfrm>
        </p:grpSpPr>
        <p:sp>
          <p:nvSpPr>
            <p:cNvPr id="28" name="Elipse 7">
              <a:extLst>
                <a:ext uri="{FF2B5EF4-FFF2-40B4-BE49-F238E27FC236}">
                  <a16:creationId xmlns:a16="http://schemas.microsoft.com/office/drawing/2014/main" id="{DB4DDE9E-2D35-4E35-9E5D-EEDBB409B3ED}"/>
                </a:ext>
              </a:extLst>
            </p:cNvPr>
            <p:cNvSpPr/>
            <p:nvPr/>
          </p:nvSpPr>
          <p:spPr>
            <a:xfrm rot="5400000">
              <a:off x="3745700" y="752377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D17A10-9E66-48AA-8D75-6FCD7CCC10D2}"/>
                </a:ext>
              </a:extLst>
            </p:cNvPr>
            <p:cNvGrpSpPr/>
            <p:nvPr/>
          </p:nvGrpSpPr>
          <p:grpSpPr>
            <a:xfrm>
              <a:off x="3848476" y="878052"/>
              <a:ext cx="405370" cy="359571"/>
              <a:chOff x="4956045" y="5842495"/>
              <a:chExt cx="511175" cy="453423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FA84F54-F9EC-47DA-89FA-31AE201F260C}"/>
                  </a:ext>
                </a:extLst>
              </p:cNvPr>
              <p:cNvGrpSpPr/>
              <p:nvPr/>
            </p:nvGrpSpPr>
            <p:grpSpPr>
              <a:xfrm>
                <a:off x="4956045" y="5924443"/>
                <a:ext cx="511175" cy="371475"/>
                <a:chOff x="2597150" y="6111875"/>
                <a:chExt cx="511175" cy="371475"/>
              </a:xfrm>
              <a:solidFill>
                <a:schemeClr val="bg1"/>
              </a:solidFill>
            </p:grpSpPr>
            <p:sp>
              <p:nvSpPr>
                <p:cNvPr id="32" name="Freeform 983">
                  <a:extLst>
                    <a:ext uri="{FF2B5EF4-FFF2-40B4-BE49-F238E27FC236}">
                      <a16:creationId xmlns:a16="http://schemas.microsoft.com/office/drawing/2014/main" id="{0B67ECF0-7568-42CD-94E9-51C9F5092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350" y="6216650"/>
                  <a:ext cx="133350" cy="155575"/>
                </a:xfrm>
                <a:custGeom>
                  <a:avLst/>
                  <a:gdLst>
                    <a:gd name="T0" fmla="*/ 26 w 42"/>
                    <a:gd name="T1" fmla="*/ 23 h 49"/>
                    <a:gd name="T2" fmla="*/ 25 w 42"/>
                    <a:gd name="T3" fmla="*/ 23 h 49"/>
                    <a:gd name="T4" fmla="*/ 30 w 42"/>
                    <a:gd name="T5" fmla="*/ 15 h 49"/>
                    <a:gd name="T6" fmla="*/ 31 w 42"/>
                    <a:gd name="T7" fmla="*/ 14 h 49"/>
                    <a:gd name="T8" fmla="*/ 30 w 42"/>
                    <a:gd name="T9" fmla="*/ 12 h 49"/>
                    <a:gd name="T10" fmla="*/ 30 w 42"/>
                    <a:gd name="T11" fmla="*/ 12 h 49"/>
                    <a:gd name="T12" fmla="*/ 30 w 42"/>
                    <a:gd name="T13" fmla="*/ 11 h 49"/>
                    <a:gd name="T14" fmla="*/ 21 w 42"/>
                    <a:gd name="T15" fmla="*/ 0 h 49"/>
                    <a:gd name="T16" fmla="*/ 11 w 42"/>
                    <a:gd name="T17" fmla="*/ 10 h 49"/>
                    <a:gd name="T18" fmla="*/ 11 w 42"/>
                    <a:gd name="T19" fmla="*/ 11 h 49"/>
                    <a:gd name="T20" fmla="*/ 11 w 42"/>
                    <a:gd name="T21" fmla="*/ 12 h 49"/>
                    <a:gd name="T22" fmla="*/ 11 w 42"/>
                    <a:gd name="T23" fmla="*/ 14 h 49"/>
                    <a:gd name="T24" fmla="*/ 12 w 42"/>
                    <a:gd name="T25" fmla="*/ 15 h 49"/>
                    <a:gd name="T26" fmla="*/ 17 w 42"/>
                    <a:gd name="T27" fmla="*/ 23 h 49"/>
                    <a:gd name="T28" fmla="*/ 16 w 42"/>
                    <a:gd name="T29" fmla="*/ 23 h 49"/>
                    <a:gd name="T30" fmla="*/ 4 w 42"/>
                    <a:gd name="T31" fmla="*/ 30 h 49"/>
                    <a:gd name="T32" fmla="*/ 0 w 42"/>
                    <a:gd name="T33" fmla="*/ 43 h 49"/>
                    <a:gd name="T34" fmla="*/ 0 w 42"/>
                    <a:gd name="T35" fmla="*/ 43 h 49"/>
                    <a:gd name="T36" fmla="*/ 0 w 42"/>
                    <a:gd name="T37" fmla="*/ 43 h 49"/>
                    <a:gd name="T38" fmla="*/ 8 w 42"/>
                    <a:gd name="T39" fmla="*/ 47 h 49"/>
                    <a:gd name="T40" fmla="*/ 8 w 42"/>
                    <a:gd name="T41" fmla="*/ 47 h 49"/>
                    <a:gd name="T42" fmla="*/ 15 w 42"/>
                    <a:gd name="T43" fmla="*/ 49 h 49"/>
                    <a:gd name="T44" fmla="*/ 27 w 42"/>
                    <a:gd name="T45" fmla="*/ 49 h 49"/>
                    <a:gd name="T46" fmla="*/ 33 w 42"/>
                    <a:gd name="T47" fmla="*/ 47 h 49"/>
                    <a:gd name="T48" fmla="*/ 34 w 42"/>
                    <a:gd name="T49" fmla="*/ 47 h 49"/>
                    <a:gd name="T50" fmla="*/ 42 w 42"/>
                    <a:gd name="T51" fmla="*/ 43 h 49"/>
                    <a:gd name="T52" fmla="*/ 42 w 42"/>
                    <a:gd name="T53" fmla="*/ 43 h 49"/>
                    <a:gd name="T54" fmla="*/ 42 w 42"/>
                    <a:gd name="T55" fmla="*/ 43 h 49"/>
                    <a:gd name="T56" fmla="*/ 37 w 42"/>
                    <a:gd name="T57" fmla="*/ 30 h 49"/>
                    <a:gd name="T58" fmla="*/ 26 w 42"/>
                    <a:gd name="T59" fmla="*/ 23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2" h="49">
                      <a:moveTo>
                        <a:pt x="26" y="23"/>
                      </a:moveTo>
                      <a:cubicBezTo>
                        <a:pt x="25" y="23"/>
                        <a:pt x="25" y="23"/>
                        <a:pt x="25" y="23"/>
                      </a:cubicBezTo>
                      <a:cubicBezTo>
                        <a:pt x="27" y="21"/>
                        <a:pt x="29" y="18"/>
                        <a:pt x="30" y="15"/>
                      </a:cubicBezTo>
                      <a:cubicBezTo>
                        <a:pt x="30" y="15"/>
                        <a:pt x="30" y="14"/>
                        <a:pt x="31" y="14"/>
                      </a:cubicBezTo>
                      <a:cubicBezTo>
                        <a:pt x="31" y="13"/>
                        <a:pt x="31" y="12"/>
                        <a:pt x="30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31" y="6"/>
                        <a:pt x="29" y="0"/>
                        <a:pt x="21" y="0"/>
                      </a:cubicBezTo>
                      <a:cubicBezTo>
                        <a:pt x="14" y="0"/>
                        <a:pt x="10" y="5"/>
                        <a:pt x="11" y="10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3"/>
                        <a:pt x="11" y="14"/>
                      </a:cubicBezTo>
                      <a:cubicBezTo>
                        <a:pt x="11" y="14"/>
                        <a:pt x="11" y="15"/>
                        <a:pt x="12" y="15"/>
                      </a:cubicBezTo>
                      <a:cubicBezTo>
                        <a:pt x="13" y="18"/>
                        <a:pt x="15" y="21"/>
                        <a:pt x="17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0" y="24"/>
                        <a:pt x="7" y="27"/>
                        <a:pt x="4" y="30"/>
                      </a:cubicBezTo>
                      <a:cubicBezTo>
                        <a:pt x="1" y="34"/>
                        <a:pt x="0" y="39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2" y="46"/>
                        <a:pt x="6" y="47"/>
                        <a:pt x="8" y="47"/>
                      </a:cubicBezTo>
                      <a:cubicBezTo>
                        <a:pt x="8" y="47"/>
                        <a:pt x="8" y="47"/>
                        <a:pt x="8" y="47"/>
                      </a:cubicBezTo>
                      <a:cubicBezTo>
                        <a:pt x="10" y="48"/>
                        <a:pt x="13" y="48"/>
                        <a:pt x="15" y="4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9" y="48"/>
                        <a:pt x="32" y="48"/>
                        <a:pt x="33" y="47"/>
                      </a:cubicBezTo>
                      <a:cubicBezTo>
                        <a:pt x="34" y="47"/>
                        <a:pt x="34" y="47"/>
                        <a:pt x="34" y="47"/>
                      </a:cubicBezTo>
                      <a:cubicBezTo>
                        <a:pt x="36" y="47"/>
                        <a:pt x="39" y="46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39"/>
                        <a:pt x="41" y="34"/>
                        <a:pt x="37" y="30"/>
                      </a:cubicBezTo>
                      <a:cubicBezTo>
                        <a:pt x="35" y="27"/>
                        <a:pt x="32" y="24"/>
                        <a:pt x="26" y="23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985">
                  <a:extLst>
                    <a:ext uri="{FF2B5EF4-FFF2-40B4-BE49-F238E27FC236}">
                      <a16:creationId xmlns:a16="http://schemas.microsoft.com/office/drawing/2014/main" id="{C7019BE7-BA81-476B-83B0-F496FF788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32525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986">
                  <a:extLst>
                    <a:ext uri="{FF2B5EF4-FFF2-40B4-BE49-F238E27FC236}">
                      <a16:creationId xmlns:a16="http://schemas.microsoft.com/office/drawing/2014/main" id="{52A0B86F-8B49-4AF9-A9F8-A5F2F2479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83325"/>
                  <a:ext cx="161925" cy="25400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987">
                  <a:extLst>
                    <a:ext uri="{FF2B5EF4-FFF2-40B4-BE49-F238E27FC236}">
                      <a16:creationId xmlns:a16="http://schemas.microsoft.com/office/drawing/2014/main" id="{50B8AE03-0FE7-4298-AC30-E2FA04264C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337300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988">
                  <a:extLst>
                    <a:ext uri="{FF2B5EF4-FFF2-40B4-BE49-F238E27FC236}">
                      <a16:creationId xmlns:a16="http://schemas.microsoft.com/office/drawing/2014/main" id="{E7405960-A963-480D-8D4A-AB37D2B6FC6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97150" y="6111875"/>
                  <a:ext cx="511175" cy="371475"/>
                </a:xfrm>
                <a:custGeom>
                  <a:avLst/>
                  <a:gdLst>
                    <a:gd name="T0" fmla="*/ 142 w 161"/>
                    <a:gd name="T1" fmla="*/ 0 h 117"/>
                    <a:gd name="T2" fmla="*/ 18 w 161"/>
                    <a:gd name="T3" fmla="*/ 0 h 117"/>
                    <a:gd name="T4" fmla="*/ 0 w 161"/>
                    <a:gd name="T5" fmla="*/ 19 h 117"/>
                    <a:gd name="T6" fmla="*/ 0 w 161"/>
                    <a:gd name="T7" fmla="*/ 99 h 117"/>
                    <a:gd name="T8" fmla="*/ 18 w 161"/>
                    <a:gd name="T9" fmla="*/ 117 h 117"/>
                    <a:gd name="T10" fmla="*/ 142 w 161"/>
                    <a:gd name="T11" fmla="*/ 117 h 117"/>
                    <a:gd name="T12" fmla="*/ 161 w 161"/>
                    <a:gd name="T13" fmla="*/ 99 h 117"/>
                    <a:gd name="T14" fmla="*/ 161 w 161"/>
                    <a:gd name="T15" fmla="*/ 19 h 117"/>
                    <a:gd name="T16" fmla="*/ 142 w 161"/>
                    <a:gd name="T17" fmla="*/ 0 h 117"/>
                    <a:gd name="T18" fmla="*/ 151 w 161"/>
                    <a:gd name="T19" fmla="*/ 99 h 117"/>
                    <a:gd name="T20" fmla="*/ 142 w 161"/>
                    <a:gd name="T21" fmla="*/ 107 h 117"/>
                    <a:gd name="T22" fmla="*/ 18 w 161"/>
                    <a:gd name="T23" fmla="*/ 107 h 117"/>
                    <a:gd name="T24" fmla="*/ 10 w 161"/>
                    <a:gd name="T25" fmla="*/ 99 h 117"/>
                    <a:gd name="T26" fmla="*/ 10 w 161"/>
                    <a:gd name="T27" fmla="*/ 19 h 117"/>
                    <a:gd name="T28" fmla="*/ 18 w 161"/>
                    <a:gd name="T29" fmla="*/ 10 h 117"/>
                    <a:gd name="T30" fmla="*/ 142 w 161"/>
                    <a:gd name="T31" fmla="*/ 10 h 117"/>
                    <a:gd name="T32" fmla="*/ 151 w 161"/>
                    <a:gd name="T33" fmla="*/ 19 h 117"/>
                    <a:gd name="T34" fmla="*/ 151 w 161"/>
                    <a:gd name="T35" fmla="*/ 99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61" h="117">
                      <a:moveTo>
                        <a:pt x="142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99"/>
                        <a:pt x="0" y="99"/>
                        <a:pt x="0" y="99"/>
                      </a:cubicBezTo>
                      <a:cubicBezTo>
                        <a:pt x="0" y="109"/>
                        <a:pt x="8" y="117"/>
                        <a:pt x="18" y="117"/>
                      </a:cubicBezTo>
                      <a:cubicBezTo>
                        <a:pt x="142" y="117"/>
                        <a:pt x="142" y="117"/>
                        <a:pt x="142" y="117"/>
                      </a:cubicBezTo>
                      <a:cubicBezTo>
                        <a:pt x="153" y="117"/>
                        <a:pt x="161" y="109"/>
                        <a:pt x="161" y="99"/>
                      </a:cubicBezTo>
                      <a:cubicBezTo>
                        <a:pt x="161" y="19"/>
                        <a:pt x="161" y="19"/>
                        <a:pt x="161" y="19"/>
                      </a:cubicBezTo>
                      <a:cubicBezTo>
                        <a:pt x="161" y="8"/>
                        <a:pt x="153" y="0"/>
                        <a:pt x="142" y="0"/>
                      </a:cubicBezTo>
                      <a:close/>
                      <a:moveTo>
                        <a:pt x="151" y="99"/>
                      </a:moveTo>
                      <a:cubicBezTo>
                        <a:pt x="151" y="103"/>
                        <a:pt x="147" y="107"/>
                        <a:pt x="142" y="107"/>
                      </a:cubicBezTo>
                      <a:cubicBezTo>
                        <a:pt x="18" y="107"/>
                        <a:pt x="18" y="107"/>
                        <a:pt x="18" y="107"/>
                      </a:cubicBezTo>
                      <a:cubicBezTo>
                        <a:pt x="14" y="107"/>
                        <a:pt x="10" y="103"/>
                        <a:pt x="10" y="99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4"/>
                        <a:pt x="14" y="10"/>
                        <a:pt x="18" y="10"/>
                      </a:cubicBezTo>
                      <a:cubicBezTo>
                        <a:pt x="142" y="10"/>
                        <a:pt x="142" y="10"/>
                        <a:pt x="142" y="10"/>
                      </a:cubicBezTo>
                      <a:cubicBezTo>
                        <a:pt x="147" y="10"/>
                        <a:pt x="151" y="14"/>
                        <a:pt x="151" y="19"/>
                      </a:cubicBezTo>
                      <a:lnTo>
                        <a:pt x="151" y="9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Freeform 982">
                <a:extLst>
                  <a:ext uri="{FF2B5EF4-FFF2-40B4-BE49-F238E27FC236}">
                    <a16:creationId xmlns:a16="http://schemas.microsoft.com/office/drawing/2014/main" id="{C021488C-CFAE-493B-B3EE-6CA04571B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4320" y="5842495"/>
                <a:ext cx="174625" cy="88265"/>
              </a:xfrm>
              <a:custGeom>
                <a:avLst/>
                <a:gdLst>
                  <a:gd name="T0" fmla="*/ 55 w 55"/>
                  <a:gd name="T1" fmla="*/ 16 h 43"/>
                  <a:gd name="T2" fmla="*/ 43 w 55"/>
                  <a:gd name="T3" fmla="*/ 16 h 43"/>
                  <a:gd name="T4" fmla="*/ 43 w 55"/>
                  <a:gd name="T5" fmla="*/ 16 h 43"/>
                  <a:gd name="T6" fmla="*/ 27 w 55"/>
                  <a:gd name="T7" fmla="*/ 0 h 43"/>
                  <a:gd name="T8" fmla="*/ 12 w 55"/>
                  <a:gd name="T9" fmla="*/ 16 h 43"/>
                  <a:gd name="T10" fmla="*/ 12 w 55"/>
                  <a:gd name="T11" fmla="*/ 16 h 43"/>
                  <a:gd name="T12" fmla="*/ 0 w 55"/>
                  <a:gd name="T13" fmla="*/ 16 h 43"/>
                  <a:gd name="T14" fmla="*/ 0 w 55"/>
                  <a:gd name="T15" fmla="*/ 43 h 43"/>
                  <a:gd name="T16" fmla="*/ 55 w 55"/>
                  <a:gd name="T17" fmla="*/ 43 h 43"/>
                  <a:gd name="T18" fmla="*/ 55 w 55"/>
                  <a:gd name="T19" fmla="*/ 16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43">
                    <a:moveTo>
                      <a:pt x="55" y="16"/>
                    </a:move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7"/>
                      <a:pt x="36" y="0"/>
                      <a:pt x="27" y="0"/>
                    </a:cubicBezTo>
                    <a:cubicBezTo>
                      <a:pt x="19" y="0"/>
                      <a:pt x="12" y="7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55" y="43"/>
                      <a:pt x="55" y="43"/>
                      <a:pt x="55" y="43"/>
                    </a:cubicBezTo>
                    <a:lnTo>
                      <a:pt x="55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6800599-5585-48BA-9A83-CCB576D449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6884" y="2728035"/>
            <a:ext cx="13922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nl-NL" sz="1400" b="1">
                <a:solidFill>
                  <a:srgbClr val="0070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Profile</a:t>
            </a:r>
            <a:endParaRPr lang="en-US" altLang="nl-NL" sz="1200" b="1">
              <a:solidFill>
                <a:srgbClr val="0070A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215DD0-845C-47DF-8C4C-0766F1A489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89721" y="2757240"/>
            <a:ext cx="18764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nl-NL" sz="1400" b="1">
                <a:solidFill>
                  <a:srgbClr val="0070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Experience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6FF91E-9F98-47D1-9395-A1ED6E5C597A}"/>
              </a:ext>
            </a:extLst>
          </p:cNvPr>
          <p:cNvGrpSpPr/>
          <p:nvPr userDrawn="1"/>
        </p:nvGrpSpPr>
        <p:grpSpPr>
          <a:xfrm>
            <a:off x="2727301" y="2658906"/>
            <a:ext cx="413521" cy="413521"/>
            <a:chOff x="3852199" y="2961373"/>
            <a:chExt cx="610920" cy="610920"/>
          </a:xfrm>
        </p:grpSpPr>
        <p:sp>
          <p:nvSpPr>
            <p:cNvPr id="40" name="Elipse 7">
              <a:extLst>
                <a:ext uri="{FF2B5EF4-FFF2-40B4-BE49-F238E27FC236}">
                  <a16:creationId xmlns:a16="http://schemas.microsoft.com/office/drawing/2014/main" id="{5EC94134-2C66-4F37-82E0-16575F2BE79D}"/>
                </a:ext>
              </a:extLst>
            </p:cNvPr>
            <p:cNvSpPr/>
            <p:nvPr/>
          </p:nvSpPr>
          <p:spPr>
            <a:xfrm rot="5400000">
              <a:off x="3852199" y="2961373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3EA3C77-B393-430E-A116-632671AABE0D}"/>
                </a:ext>
              </a:extLst>
            </p:cNvPr>
            <p:cNvGrpSpPr/>
            <p:nvPr/>
          </p:nvGrpSpPr>
          <p:grpSpPr>
            <a:xfrm>
              <a:off x="3943402" y="3020322"/>
              <a:ext cx="428515" cy="493023"/>
              <a:chOff x="5994400" y="2514600"/>
              <a:chExt cx="590550" cy="679450"/>
            </a:xfrm>
            <a:solidFill>
              <a:schemeClr val="bg1"/>
            </a:solidFill>
          </p:grpSpPr>
          <p:sp>
            <p:nvSpPr>
              <p:cNvPr id="42" name="Oval 324">
                <a:extLst>
                  <a:ext uri="{FF2B5EF4-FFF2-40B4-BE49-F238E27FC236}">
                    <a16:creationId xmlns:a16="http://schemas.microsoft.com/office/drawing/2014/main" id="{9D95F3BA-8C73-4853-BA9C-86CBF3FA1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4100" y="2514600"/>
                <a:ext cx="104775" cy="13335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3" name="Freeform 325">
                <a:extLst>
                  <a:ext uri="{FF2B5EF4-FFF2-40B4-BE49-F238E27FC236}">
                    <a16:creationId xmlns:a16="http://schemas.microsoft.com/office/drawing/2014/main" id="{A0E476EC-7047-4AAC-BA5F-02E83ED333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94400" y="2657475"/>
                <a:ext cx="377825" cy="536575"/>
              </a:xfrm>
              <a:custGeom>
                <a:avLst/>
                <a:gdLst>
                  <a:gd name="T0" fmla="*/ 30 w 119"/>
                  <a:gd name="T1" fmla="*/ 55 h 169"/>
                  <a:gd name="T2" fmla="*/ 23 w 119"/>
                  <a:gd name="T3" fmla="*/ 44 h 169"/>
                  <a:gd name="T4" fmla="*/ 33 w 119"/>
                  <a:gd name="T5" fmla="*/ 60 h 169"/>
                  <a:gd name="T6" fmla="*/ 88 w 119"/>
                  <a:gd name="T7" fmla="*/ 28 h 169"/>
                  <a:gd name="T8" fmla="*/ 94 w 119"/>
                  <a:gd name="T9" fmla="*/ 33 h 169"/>
                  <a:gd name="T10" fmla="*/ 72 w 119"/>
                  <a:gd name="T11" fmla="*/ 42 h 169"/>
                  <a:gd name="T12" fmla="*/ 118 w 119"/>
                  <a:gd name="T13" fmla="*/ 42 h 169"/>
                  <a:gd name="T14" fmla="*/ 119 w 119"/>
                  <a:gd name="T15" fmla="*/ 26 h 169"/>
                  <a:gd name="T16" fmla="*/ 117 w 119"/>
                  <a:gd name="T17" fmla="*/ 24 h 169"/>
                  <a:gd name="T18" fmla="*/ 105 w 119"/>
                  <a:gd name="T19" fmla="*/ 15 h 169"/>
                  <a:gd name="T20" fmla="*/ 83 w 119"/>
                  <a:gd name="T21" fmla="*/ 2 h 169"/>
                  <a:gd name="T22" fmla="*/ 75 w 119"/>
                  <a:gd name="T23" fmla="*/ 1 h 169"/>
                  <a:gd name="T24" fmla="*/ 82 w 119"/>
                  <a:gd name="T25" fmla="*/ 7 h 169"/>
                  <a:gd name="T26" fmla="*/ 77 w 119"/>
                  <a:gd name="T27" fmla="*/ 18 h 169"/>
                  <a:gd name="T28" fmla="*/ 64 w 119"/>
                  <a:gd name="T29" fmla="*/ 9 h 169"/>
                  <a:gd name="T30" fmla="*/ 64 w 119"/>
                  <a:gd name="T31" fmla="*/ 0 h 169"/>
                  <a:gd name="T32" fmla="*/ 55 w 119"/>
                  <a:gd name="T33" fmla="*/ 8 h 169"/>
                  <a:gd name="T34" fmla="*/ 55 w 119"/>
                  <a:gd name="T35" fmla="*/ 42 h 169"/>
                  <a:gd name="T36" fmla="*/ 48 w 119"/>
                  <a:gd name="T37" fmla="*/ 11 h 169"/>
                  <a:gd name="T38" fmla="*/ 47 w 119"/>
                  <a:gd name="T39" fmla="*/ 1 h 169"/>
                  <a:gd name="T40" fmla="*/ 38 w 119"/>
                  <a:gd name="T41" fmla="*/ 2 h 169"/>
                  <a:gd name="T42" fmla="*/ 30 w 119"/>
                  <a:gd name="T43" fmla="*/ 5 h 169"/>
                  <a:gd name="T44" fmla="*/ 2 w 119"/>
                  <a:gd name="T45" fmla="*/ 36 h 169"/>
                  <a:gd name="T46" fmla="*/ 1 w 119"/>
                  <a:gd name="T47" fmla="*/ 48 h 169"/>
                  <a:gd name="T48" fmla="*/ 1 w 119"/>
                  <a:gd name="T49" fmla="*/ 48 h 169"/>
                  <a:gd name="T50" fmla="*/ 2 w 119"/>
                  <a:gd name="T51" fmla="*/ 49 h 169"/>
                  <a:gd name="T52" fmla="*/ 3 w 119"/>
                  <a:gd name="T53" fmla="*/ 52 h 169"/>
                  <a:gd name="T54" fmla="*/ 10 w 119"/>
                  <a:gd name="T55" fmla="*/ 66 h 169"/>
                  <a:gd name="T56" fmla="*/ 32 w 119"/>
                  <a:gd name="T57" fmla="*/ 77 h 169"/>
                  <a:gd name="T58" fmla="*/ 32 w 119"/>
                  <a:gd name="T59" fmla="*/ 90 h 169"/>
                  <a:gd name="T60" fmla="*/ 37 w 119"/>
                  <a:gd name="T61" fmla="*/ 169 h 169"/>
                  <a:gd name="T62" fmla="*/ 60 w 119"/>
                  <a:gd name="T63" fmla="*/ 133 h 169"/>
                  <a:gd name="T64" fmla="*/ 118 w 119"/>
                  <a:gd name="T65" fmla="*/ 4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69">
                    <a:moveTo>
                      <a:pt x="33" y="60"/>
                    </a:moveTo>
                    <a:cubicBezTo>
                      <a:pt x="30" y="55"/>
                      <a:pt x="30" y="55"/>
                      <a:pt x="30" y="5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3" y="41"/>
                      <a:pt x="33" y="50"/>
                      <a:pt x="33" y="60"/>
                    </a:cubicBezTo>
                    <a:close/>
                    <a:moveTo>
                      <a:pt x="88" y="33"/>
                    </a:moveTo>
                    <a:cubicBezTo>
                      <a:pt x="88" y="31"/>
                      <a:pt x="88" y="29"/>
                      <a:pt x="88" y="28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4" y="33"/>
                      <a:pt x="94" y="33"/>
                      <a:pt x="94" y="33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88" y="33"/>
                      <a:pt x="88" y="33"/>
                      <a:pt x="88" y="33"/>
                    </a:cubicBezTo>
                    <a:close/>
                    <a:moveTo>
                      <a:pt x="118" y="42"/>
                    </a:moveTo>
                    <a:cubicBezTo>
                      <a:pt x="119" y="35"/>
                      <a:pt x="119" y="24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7" y="24"/>
                      <a:pt x="117" y="24"/>
                      <a:pt x="117" y="24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87" y="2"/>
                      <a:pt x="85" y="2"/>
                      <a:pt x="83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1"/>
                      <a:pt x="77" y="1"/>
                      <a:pt x="75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4" y="1"/>
                      <a:pt x="41" y="1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5" y="2"/>
                      <a:pt x="33" y="3"/>
                      <a:pt x="30" y="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60"/>
                      <a:pt x="2" y="42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24" y="82"/>
                      <a:pt x="28" y="80"/>
                      <a:pt x="32" y="77"/>
                    </a:cubicBezTo>
                    <a:cubicBezTo>
                      <a:pt x="32" y="81"/>
                      <a:pt x="32" y="85"/>
                      <a:pt x="32" y="89"/>
                    </a:cubicBezTo>
                    <a:cubicBezTo>
                      <a:pt x="32" y="89"/>
                      <a:pt x="32" y="89"/>
                      <a:pt x="32" y="90"/>
                    </a:cubicBezTo>
                    <a:cubicBezTo>
                      <a:pt x="33" y="90"/>
                      <a:pt x="33" y="90"/>
                      <a:pt x="34" y="90"/>
                    </a:cubicBezTo>
                    <a:cubicBezTo>
                      <a:pt x="37" y="169"/>
                      <a:pt x="37" y="169"/>
                      <a:pt x="37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60" y="159"/>
                      <a:pt x="60" y="146"/>
                      <a:pt x="60" y="133"/>
                    </a:cubicBezTo>
                    <a:cubicBezTo>
                      <a:pt x="57" y="126"/>
                      <a:pt x="55" y="118"/>
                      <a:pt x="55" y="109"/>
                    </a:cubicBezTo>
                    <a:cubicBezTo>
                      <a:pt x="55" y="73"/>
                      <a:pt x="83" y="44"/>
                      <a:pt x="118" y="4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4" name="Freeform 326">
                <a:extLst>
                  <a:ext uri="{FF2B5EF4-FFF2-40B4-BE49-F238E27FC236}">
                    <a16:creationId xmlns:a16="http://schemas.microsoft.com/office/drawing/2014/main" id="{E1083EF0-2A9B-482B-89C1-7EEAE6931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3105150"/>
                <a:ext cx="76200" cy="88900"/>
              </a:xfrm>
              <a:custGeom>
                <a:avLst/>
                <a:gdLst>
                  <a:gd name="T0" fmla="*/ 0 w 24"/>
                  <a:gd name="T1" fmla="*/ 0 h 28"/>
                  <a:gd name="T2" fmla="*/ 1 w 24"/>
                  <a:gd name="T3" fmla="*/ 28 h 28"/>
                  <a:gd name="T4" fmla="*/ 24 w 24"/>
                  <a:gd name="T5" fmla="*/ 28 h 28"/>
                  <a:gd name="T6" fmla="*/ 24 w 24"/>
                  <a:gd name="T7" fmla="*/ 25 h 28"/>
                  <a:gd name="T8" fmla="*/ 0 w 24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8">
                    <a:moveTo>
                      <a:pt x="0" y="0"/>
                    </a:moveTo>
                    <a:cubicBezTo>
                      <a:pt x="1" y="28"/>
                      <a:pt x="1" y="28"/>
                      <a:pt x="1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6"/>
                      <a:pt x="24" y="25"/>
                    </a:cubicBezTo>
                    <a:cubicBezTo>
                      <a:pt x="14" y="19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5" name="Freeform 327">
                <a:extLst>
                  <a:ext uri="{FF2B5EF4-FFF2-40B4-BE49-F238E27FC236}">
                    <a16:creationId xmlns:a16="http://schemas.microsoft.com/office/drawing/2014/main" id="{85F1EEBC-06C6-4B2F-9D17-8CCDE54DD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5" y="2803525"/>
                <a:ext cx="63500" cy="50800"/>
              </a:xfrm>
              <a:custGeom>
                <a:avLst/>
                <a:gdLst>
                  <a:gd name="T0" fmla="*/ 34 w 40"/>
                  <a:gd name="T1" fmla="*/ 0 h 32"/>
                  <a:gd name="T2" fmla="*/ 28 w 40"/>
                  <a:gd name="T3" fmla="*/ 0 h 32"/>
                  <a:gd name="T4" fmla="*/ 12 w 40"/>
                  <a:gd name="T5" fmla="*/ 0 h 32"/>
                  <a:gd name="T6" fmla="*/ 4 w 40"/>
                  <a:gd name="T7" fmla="*/ 0 h 32"/>
                  <a:gd name="T8" fmla="*/ 0 w 40"/>
                  <a:gd name="T9" fmla="*/ 32 h 32"/>
                  <a:gd name="T10" fmla="*/ 12 w 40"/>
                  <a:gd name="T11" fmla="*/ 32 h 32"/>
                  <a:gd name="T12" fmla="*/ 28 w 40"/>
                  <a:gd name="T13" fmla="*/ 32 h 32"/>
                  <a:gd name="T14" fmla="*/ 40 w 40"/>
                  <a:gd name="T15" fmla="*/ 32 h 32"/>
                  <a:gd name="T16" fmla="*/ 34 w 40"/>
                  <a:gd name="T17" fmla="*/ 0 h 32"/>
                  <a:gd name="T18" fmla="*/ 34 w 40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34" y="0"/>
                    </a:moveTo>
                    <a:lnTo>
                      <a:pt x="28" y="0"/>
                    </a:lnTo>
                    <a:lnTo>
                      <a:pt x="12" y="0"/>
                    </a:lnTo>
                    <a:lnTo>
                      <a:pt x="4" y="0"/>
                    </a:lnTo>
                    <a:lnTo>
                      <a:pt x="0" y="32"/>
                    </a:lnTo>
                    <a:lnTo>
                      <a:pt x="12" y="32"/>
                    </a:lnTo>
                    <a:lnTo>
                      <a:pt x="28" y="32"/>
                    </a:lnTo>
                    <a:lnTo>
                      <a:pt x="40" y="32"/>
                    </a:lnTo>
                    <a:lnTo>
                      <a:pt x="34" y="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6" name="Freeform 328">
                <a:extLst>
                  <a:ext uri="{FF2B5EF4-FFF2-40B4-BE49-F238E27FC236}">
                    <a16:creationId xmlns:a16="http://schemas.microsoft.com/office/drawing/2014/main" id="{0DCCF72E-9ADF-4027-8DED-59778B4B4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6975" y="2813050"/>
                <a:ext cx="76200" cy="73025"/>
              </a:xfrm>
              <a:custGeom>
                <a:avLst/>
                <a:gdLst>
                  <a:gd name="T0" fmla="*/ 26 w 48"/>
                  <a:gd name="T1" fmla="*/ 0 h 46"/>
                  <a:gd name="T2" fmla="*/ 20 w 48"/>
                  <a:gd name="T3" fmla="*/ 4 h 46"/>
                  <a:gd name="T4" fmla="*/ 6 w 48"/>
                  <a:gd name="T5" fmla="*/ 12 h 46"/>
                  <a:gd name="T6" fmla="*/ 0 w 48"/>
                  <a:gd name="T7" fmla="*/ 16 h 46"/>
                  <a:gd name="T8" fmla="*/ 12 w 48"/>
                  <a:gd name="T9" fmla="*/ 46 h 46"/>
                  <a:gd name="T10" fmla="*/ 22 w 48"/>
                  <a:gd name="T11" fmla="*/ 40 h 46"/>
                  <a:gd name="T12" fmla="*/ 36 w 48"/>
                  <a:gd name="T13" fmla="*/ 32 h 46"/>
                  <a:gd name="T14" fmla="*/ 48 w 48"/>
                  <a:gd name="T15" fmla="*/ 26 h 46"/>
                  <a:gd name="T16" fmla="*/ 26 w 48"/>
                  <a:gd name="T17" fmla="*/ 0 h 46"/>
                  <a:gd name="T18" fmla="*/ 26 w 4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6" y="0"/>
                    </a:moveTo>
                    <a:lnTo>
                      <a:pt x="20" y="4"/>
                    </a:lnTo>
                    <a:lnTo>
                      <a:pt x="6" y="12"/>
                    </a:lnTo>
                    <a:lnTo>
                      <a:pt x="0" y="16"/>
                    </a:lnTo>
                    <a:lnTo>
                      <a:pt x="12" y="46"/>
                    </a:lnTo>
                    <a:lnTo>
                      <a:pt x="22" y="40"/>
                    </a:lnTo>
                    <a:lnTo>
                      <a:pt x="36" y="32"/>
                    </a:lnTo>
                    <a:lnTo>
                      <a:pt x="48" y="26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7" name="Freeform 329">
                <a:extLst>
                  <a:ext uri="{FF2B5EF4-FFF2-40B4-BE49-F238E27FC236}">
                    <a16:creationId xmlns:a16="http://schemas.microsoft.com/office/drawing/2014/main" id="{660C45FA-15BF-4724-8AA7-FAD8EB15D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0300" y="2873375"/>
                <a:ext cx="73025" cy="73025"/>
              </a:xfrm>
              <a:custGeom>
                <a:avLst/>
                <a:gdLst>
                  <a:gd name="T0" fmla="*/ 16 w 46"/>
                  <a:gd name="T1" fmla="*/ 0 h 46"/>
                  <a:gd name="T2" fmla="*/ 12 w 46"/>
                  <a:gd name="T3" fmla="*/ 6 h 46"/>
                  <a:gd name="T4" fmla="*/ 4 w 46"/>
                  <a:gd name="T5" fmla="*/ 20 h 46"/>
                  <a:gd name="T6" fmla="*/ 0 w 46"/>
                  <a:gd name="T7" fmla="*/ 26 h 46"/>
                  <a:gd name="T8" fmla="*/ 26 w 46"/>
                  <a:gd name="T9" fmla="*/ 46 h 46"/>
                  <a:gd name="T10" fmla="*/ 32 w 46"/>
                  <a:gd name="T11" fmla="*/ 36 h 46"/>
                  <a:gd name="T12" fmla="*/ 40 w 46"/>
                  <a:gd name="T13" fmla="*/ 22 h 46"/>
                  <a:gd name="T14" fmla="*/ 46 w 46"/>
                  <a:gd name="T15" fmla="*/ 12 h 46"/>
                  <a:gd name="T16" fmla="*/ 16 w 46"/>
                  <a:gd name="T17" fmla="*/ 0 h 46"/>
                  <a:gd name="T18" fmla="*/ 16 w 46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16" y="0"/>
                    </a:moveTo>
                    <a:lnTo>
                      <a:pt x="12" y="6"/>
                    </a:lnTo>
                    <a:lnTo>
                      <a:pt x="4" y="20"/>
                    </a:lnTo>
                    <a:lnTo>
                      <a:pt x="0" y="26"/>
                    </a:lnTo>
                    <a:lnTo>
                      <a:pt x="26" y="46"/>
                    </a:lnTo>
                    <a:lnTo>
                      <a:pt x="32" y="36"/>
                    </a:lnTo>
                    <a:lnTo>
                      <a:pt x="40" y="22"/>
                    </a:lnTo>
                    <a:lnTo>
                      <a:pt x="46" y="12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8" name="Freeform 330">
                <a:extLst>
                  <a:ext uri="{FF2B5EF4-FFF2-40B4-BE49-F238E27FC236}">
                    <a16:creationId xmlns:a16="http://schemas.microsoft.com/office/drawing/2014/main" id="{A205B327-7C4E-4690-8FE2-5322700F7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959100"/>
                <a:ext cx="50800" cy="63500"/>
              </a:xfrm>
              <a:custGeom>
                <a:avLst/>
                <a:gdLst>
                  <a:gd name="T0" fmla="*/ 0 w 32"/>
                  <a:gd name="T1" fmla="*/ 4 h 40"/>
                  <a:gd name="T2" fmla="*/ 0 w 32"/>
                  <a:gd name="T3" fmla="*/ 12 h 40"/>
                  <a:gd name="T4" fmla="*/ 0 w 32"/>
                  <a:gd name="T5" fmla="*/ 28 h 40"/>
                  <a:gd name="T6" fmla="*/ 0 w 32"/>
                  <a:gd name="T7" fmla="*/ 36 h 40"/>
                  <a:gd name="T8" fmla="*/ 32 w 32"/>
                  <a:gd name="T9" fmla="*/ 40 h 40"/>
                  <a:gd name="T10" fmla="*/ 32 w 32"/>
                  <a:gd name="T11" fmla="*/ 28 h 40"/>
                  <a:gd name="T12" fmla="*/ 32 w 32"/>
                  <a:gd name="T13" fmla="*/ 12 h 40"/>
                  <a:gd name="T14" fmla="*/ 32 w 32"/>
                  <a:gd name="T15" fmla="*/ 0 h 40"/>
                  <a:gd name="T16" fmla="*/ 0 w 32"/>
                  <a:gd name="T17" fmla="*/ 4 h 40"/>
                  <a:gd name="T18" fmla="*/ 0 w 32"/>
                  <a:gd name="T1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0" y="4"/>
                    </a:moveTo>
                    <a:lnTo>
                      <a:pt x="0" y="12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32" y="40"/>
                    </a:lnTo>
                    <a:lnTo>
                      <a:pt x="32" y="28"/>
                    </a:lnTo>
                    <a:lnTo>
                      <a:pt x="32" y="12"/>
                    </a:lnTo>
                    <a:lnTo>
                      <a:pt x="32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9" name="Freeform 331">
                <a:extLst>
                  <a:ext uri="{FF2B5EF4-FFF2-40B4-BE49-F238E27FC236}">
                    <a16:creationId xmlns:a16="http://schemas.microsoft.com/office/drawing/2014/main" id="{40FD0699-241F-4760-9D51-9D8562C89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3035300"/>
                <a:ext cx="73025" cy="76200"/>
              </a:xfrm>
              <a:custGeom>
                <a:avLst/>
                <a:gdLst>
                  <a:gd name="T0" fmla="*/ 0 w 46"/>
                  <a:gd name="T1" fmla="*/ 22 h 48"/>
                  <a:gd name="T2" fmla="*/ 4 w 46"/>
                  <a:gd name="T3" fmla="*/ 28 h 48"/>
                  <a:gd name="T4" fmla="*/ 12 w 46"/>
                  <a:gd name="T5" fmla="*/ 42 h 48"/>
                  <a:gd name="T6" fmla="*/ 16 w 46"/>
                  <a:gd name="T7" fmla="*/ 48 h 48"/>
                  <a:gd name="T8" fmla="*/ 46 w 46"/>
                  <a:gd name="T9" fmla="*/ 36 h 48"/>
                  <a:gd name="T10" fmla="*/ 40 w 46"/>
                  <a:gd name="T11" fmla="*/ 26 h 48"/>
                  <a:gd name="T12" fmla="*/ 32 w 46"/>
                  <a:gd name="T13" fmla="*/ 12 h 48"/>
                  <a:gd name="T14" fmla="*/ 26 w 46"/>
                  <a:gd name="T15" fmla="*/ 0 h 48"/>
                  <a:gd name="T16" fmla="*/ 0 w 46"/>
                  <a:gd name="T17" fmla="*/ 22 h 48"/>
                  <a:gd name="T18" fmla="*/ 0 w 46"/>
                  <a:gd name="T19" fmla="*/ 2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0" y="22"/>
                    </a:moveTo>
                    <a:lnTo>
                      <a:pt x="4" y="28"/>
                    </a:lnTo>
                    <a:lnTo>
                      <a:pt x="12" y="42"/>
                    </a:lnTo>
                    <a:lnTo>
                      <a:pt x="16" y="48"/>
                    </a:lnTo>
                    <a:lnTo>
                      <a:pt x="46" y="36"/>
                    </a:lnTo>
                    <a:lnTo>
                      <a:pt x="40" y="26"/>
                    </a:lnTo>
                    <a:lnTo>
                      <a:pt x="32" y="12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0" name="Freeform 332">
                <a:extLst>
                  <a:ext uri="{FF2B5EF4-FFF2-40B4-BE49-F238E27FC236}">
                    <a16:creationId xmlns:a16="http://schemas.microsoft.com/office/drawing/2014/main" id="{3EC9F950-C41D-41F3-BCF5-CDE28DE0A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4275" y="3105150"/>
                <a:ext cx="73025" cy="73025"/>
              </a:xfrm>
              <a:custGeom>
                <a:avLst/>
                <a:gdLst>
                  <a:gd name="T0" fmla="*/ 0 w 46"/>
                  <a:gd name="T1" fmla="*/ 30 h 46"/>
                  <a:gd name="T2" fmla="*/ 6 w 46"/>
                  <a:gd name="T3" fmla="*/ 34 h 46"/>
                  <a:gd name="T4" fmla="*/ 20 w 46"/>
                  <a:gd name="T5" fmla="*/ 42 h 46"/>
                  <a:gd name="T6" fmla="*/ 26 w 46"/>
                  <a:gd name="T7" fmla="*/ 46 h 46"/>
                  <a:gd name="T8" fmla="*/ 46 w 46"/>
                  <a:gd name="T9" fmla="*/ 20 h 46"/>
                  <a:gd name="T10" fmla="*/ 36 w 46"/>
                  <a:gd name="T11" fmla="*/ 14 h 46"/>
                  <a:gd name="T12" fmla="*/ 22 w 46"/>
                  <a:gd name="T13" fmla="*/ 6 h 46"/>
                  <a:gd name="T14" fmla="*/ 12 w 46"/>
                  <a:gd name="T15" fmla="*/ 0 h 46"/>
                  <a:gd name="T16" fmla="*/ 0 w 46"/>
                  <a:gd name="T17" fmla="*/ 30 h 46"/>
                  <a:gd name="T18" fmla="*/ 0 w 46"/>
                  <a:gd name="T19" fmla="*/ 3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0" y="30"/>
                    </a:moveTo>
                    <a:lnTo>
                      <a:pt x="6" y="34"/>
                    </a:lnTo>
                    <a:lnTo>
                      <a:pt x="20" y="42"/>
                    </a:lnTo>
                    <a:lnTo>
                      <a:pt x="26" y="46"/>
                    </a:lnTo>
                    <a:lnTo>
                      <a:pt x="46" y="20"/>
                    </a:lnTo>
                    <a:lnTo>
                      <a:pt x="36" y="14"/>
                    </a:lnTo>
                    <a:lnTo>
                      <a:pt x="22" y="6"/>
                    </a:lnTo>
                    <a:lnTo>
                      <a:pt x="12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1" name="Freeform 333">
                <a:extLst>
                  <a:ext uri="{FF2B5EF4-FFF2-40B4-BE49-F238E27FC236}">
                    <a16:creationId xmlns:a16="http://schemas.microsoft.com/office/drawing/2014/main" id="{F5ABFCB5-9BA9-43D9-80CF-40A841D2E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0000" y="3143250"/>
                <a:ext cx="63500" cy="50800"/>
              </a:xfrm>
              <a:custGeom>
                <a:avLst/>
                <a:gdLst>
                  <a:gd name="T0" fmla="*/ 4 w 40"/>
                  <a:gd name="T1" fmla="*/ 32 h 32"/>
                  <a:gd name="T2" fmla="*/ 12 w 40"/>
                  <a:gd name="T3" fmla="*/ 32 h 32"/>
                  <a:gd name="T4" fmla="*/ 28 w 40"/>
                  <a:gd name="T5" fmla="*/ 32 h 32"/>
                  <a:gd name="T6" fmla="*/ 36 w 40"/>
                  <a:gd name="T7" fmla="*/ 32 h 32"/>
                  <a:gd name="T8" fmla="*/ 40 w 40"/>
                  <a:gd name="T9" fmla="*/ 0 h 32"/>
                  <a:gd name="T10" fmla="*/ 28 w 40"/>
                  <a:gd name="T11" fmla="*/ 0 h 32"/>
                  <a:gd name="T12" fmla="*/ 12 w 40"/>
                  <a:gd name="T13" fmla="*/ 0 h 32"/>
                  <a:gd name="T14" fmla="*/ 0 w 40"/>
                  <a:gd name="T15" fmla="*/ 0 h 32"/>
                  <a:gd name="T16" fmla="*/ 4 w 40"/>
                  <a:gd name="T17" fmla="*/ 32 h 32"/>
                  <a:gd name="T18" fmla="*/ 4 w 40"/>
                  <a:gd name="T1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4" y="32"/>
                    </a:moveTo>
                    <a:lnTo>
                      <a:pt x="12" y="32"/>
                    </a:lnTo>
                    <a:lnTo>
                      <a:pt x="28" y="32"/>
                    </a:lnTo>
                    <a:lnTo>
                      <a:pt x="36" y="32"/>
                    </a:lnTo>
                    <a:lnTo>
                      <a:pt x="40" y="0"/>
                    </a:lnTo>
                    <a:lnTo>
                      <a:pt x="28" y="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4" y="32"/>
                    </a:lnTo>
                    <a:lnTo>
                      <a:pt x="4" y="3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2" name="Freeform 334">
                <a:extLst>
                  <a:ext uri="{FF2B5EF4-FFF2-40B4-BE49-F238E27FC236}">
                    <a16:creationId xmlns:a16="http://schemas.microsoft.com/office/drawing/2014/main" id="{08222DD3-83BF-4263-B4D3-B42F12CE0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200" y="3111500"/>
                <a:ext cx="76200" cy="73025"/>
              </a:xfrm>
              <a:custGeom>
                <a:avLst/>
                <a:gdLst>
                  <a:gd name="T0" fmla="*/ 22 w 48"/>
                  <a:gd name="T1" fmla="*/ 46 h 46"/>
                  <a:gd name="T2" fmla="*/ 26 w 48"/>
                  <a:gd name="T3" fmla="*/ 42 h 46"/>
                  <a:gd name="T4" fmla="*/ 42 w 48"/>
                  <a:gd name="T5" fmla="*/ 34 h 46"/>
                  <a:gd name="T6" fmla="*/ 48 w 48"/>
                  <a:gd name="T7" fmla="*/ 30 h 46"/>
                  <a:gd name="T8" fmla="*/ 36 w 48"/>
                  <a:gd name="T9" fmla="*/ 0 h 46"/>
                  <a:gd name="T10" fmla="*/ 26 w 48"/>
                  <a:gd name="T11" fmla="*/ 6 h 46"/>
                  <a:gd name="T12" fmla="*/ 10 w 48"/>
                  <a:gd name="T13" fmla="*/ 14 h 46"/>
                  <a:gd name="T14" fmla="*/ 0 w 48"/>
                  <a:gd name="T15" fmla="*/ 20 h 46"/>
                  <a:gd name="T16" fmla="*/ 22 w 48"/>
                  <a:gd name="T17" fmla="*/ 46 h 46"/>
                  <a:gd name="T18" fmla="*/ 22 w 48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2" y="46"/>
                    </a:moveTo>
                    <a:lnTo>
                      <a:pt x="26" y="42"/>
                    </a:lnTo>
                    <a:lnTo>
                      <a:pt x="42" y="34"/>
                    </a:lnTo>
                    <a:lnTo>
                      <a:pt x="48" y="30"/>
                    </a:lnTo>
                    <a:lnTo>
                      <a:pt x="36" y="0"/>
                    </a:lnTo>
                    <a:lnTo>
                      <a:pt x="26" y="6"/>
                    </a:lnTo>
                    <a:lnTo>
                      <a:pt x="10" y="14"/>
                    </a:lnTo>
                    <a:lnTo>
                      <a:pt x="0" y="20"/>
                    </a:lnTo>
                    <a:lnTo>
                      <a:pt x="22" y="46"/>
                    </a:lnTo>
                    <a:lnTo>
                      <a:pt x="22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3" name="Freeform 335">
                <a:extLst>
                  <a:ext uri="{FF2B5EF4-FFF2-40B4-BE49-F238E27FC236}">
                    <a16:creationId xmlns:a16="http://schemas.microsoft.com/office/drawing/2014/main" id="{B8799325-8837-4416-8AF5-C870D7061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6050" y="3051175"/>
                <a:ext cx="69850" cy="73025"/>
              </a:xfrm>
              <a:custGeom>
                <a:avLst/>
                <a:gdLst>
                  <a:gd name="T0" fmla="*/ 30 w 44"/>
                  <a:gd name="T1" fmla="*/ 46 h 46"/>
                  <a:gd name="T2" fmla="*/ 34 w 44"/>
                  <a:gd name="T3" fmla="*/ 40 h 46"/>
                  <a:gd name="T4" fmla="*/ 42 w 44"/>
                  <a:gd name="T5" fmla="*/ 26 h 46"/>
                  <a:gd name="T6" fmla="*/ 44 w 44"/>
                  <a:gd name="T7" fmla="*/ 20 h 46"/>
                  <a:gd name="T8" fmla="*/ 20 w 44"/>
                  <a:gd name="T9" fmla="*/ 0 h 46"/>
                  <a:gd name="T10" fmla="*/ 14 w 44"/>
                  <a:gd name="T11" fmla="*/ 10 h 46"/>
                  <a:gd name="T12" fmla="*/ 6 w 44"/>
                  <a:gd name="T13" fmla="*/ 24 h 46"/>
                  <a:gd name="T14" fmla="*/ 0 w 44"/>
                  <a:gd name="T15" fmla="*/ 34 h 46"/>
                  <a:gd name="T16" fmla="*/ 30 w 44"/>
                  <a:gd name="T17" fmla="*/ 46 h 46"/>
                  <a:gd name="T18" fmla="*/ 30 w 44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46">
                    <a:moveTo>
                      <a:pt x="30" y="46"/>
                    </a:moveTo>
                    <a:lnTo>
                      <a:pt x="34" y="40"/>
                    </a:lnTo>
                    <a:lnTo>
                      <a:pt x="42" y="26"/>
                    </a:lnTo>
                    <a:lnTo>
                      <a:pt x="44" y="20"/>
                    </a:lnTo>
                    <a:lnTo>
                      <a:pt x="20" y="0"/>
                    </a:lnTo>
                    <a:lnTo>
                      <a:pt x="14" y="10"/>
                    </a:lnTo>
                    <a:lnTo>
                      <a:pt x="6" y="24"/>
                    </a:lnTo>
                    <a:lnTo>
                      <a:pt x="0" y="34"/>
                    </a:lnTo>
                    <a:lnTo>
                      <a:pt x="30" y="46"/>
                    </a:lnTo>
                    <a:lnTo>
                      <a:pt x="30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4" name="Freeform 336">
                <a:extLst>
                  <a:ext uri="{FF2B5EF4-FFF2-40B4-BE49-F238E27FC236}">
                    <a16:creationId xmlns:a16="http://schemas.microsoft.com/office/drawing/2014/main" id="{497B7FC9-CFCA-4909-8B44-2B16E50D4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4150" y="2974975"/>
                <a:ext cx="50800" cy="63500"/>
              </a:xfrm>
              <a:custGeom>
                <a:avLst/>
                <a:gdLst>
                  <a:gd name="T0" fmla="*/ 32 w 32"/>
                  <a:gd name="T1" fmla="*/ 36 h 40"/>
                  <a:gd name="T2" fmla="*/ 32 w 32"/>
                  <a:gd name="T3" fmla="*/ 28 h 40"/>
                  <a:gd name="T4" fmla="*/ 32 w 32"/>
                  <a:gd name="T5" fmla="*/ 12 h 40"/>
                  <a:gd name="T6" fmla="*/ 32 w 32"/>
                  <a:gd name="T7" fmla="*/ 4 h 40"/>
                  <a:gd name="T8" fmla="*/ 0 w 32"/>
                  <a:gd name="T9" fmla="*/ 0 h 40"/>
                  <a:gd name="T10" fmla="*/ 0 w 32"/>
                  <a:gd name="T11" fmla="*/ 12 h 40"/>
                  <a:gd name="T12" fmla="*/ 0 w 32"/>
                  <a:gd name="T13" fmla="*/ 28 h 40"/>
                  <a:gd name="T14" fmla="*/ 0 w 32"/>
                  <a:gd name="T15" fmla="*/ 40 h 40"/>
                  <a:gd name="T16" fmla="*/ 32 w 32"/>
                  <a:gd name="T17" fmla="*/ 36 h 40"/>
                  <a:gd name="T18" fmla="*/ 32 w 32"/>
                  <a:gd name="T19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32" y="36"/>
                    </a:moveTo>
                    <a:lnTo>
                      <a:pt x="32" y="28"/>
                    </a:lnTo>
                    <a:lnTo>
                      <a:pt x="32" y="12"/>
                    </a:lnTo>
                    <a:lnTo>
                      <a:pt x="32" y="4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32" y="36"/>
                    </a:lnTo>
                    <a:lnTo>
                      <a:pt x="32" y="3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5" name="Freeform 337">
                <a:extLst>
                  <a:ext uri="{FF2B5EF4-FFF2-40B4-BE49-F238E27FC236}">
                    <a16:creationId xmlns:a16="http://schemas.microsoft.com/office/drawing/2014/main" id="{BE03775A-7743-4BC8-AD6C-593D67D16C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2400" y="2886075"/>
                <a:ext cx="73025" cy="76200"/>
              </a:xfrm>
              <a:custGeom>
                <a:avLst/>
                <a:gdLst>
                  <a:gd name="T0" fmla="*/ 46 w 46"/>
                  <a:gd name="T1" fmla="*/ 26 h 48"/>
                  <a:gd name="T2" fmla="*/ 42 w 46"/>
                  <a:gd name="T3" fmla="*/ 20 h 48"/>
                  <a:gd name="T4" fmla="*/ 34 w 46"/>
                  <a:gd name="T5" fmla="*/ 6 h 48"/>
                  <a:gd name="T6" fmla="*/ 30 w 46"/>
                  <a:gd name="T7" fmla="*/ 0 h 48"/>
                  <a:gd name="T8" fmla="*/ 0 w 46"/>
                  <a:gd name="T9" fmla="*/ 12 h 48"/>
                  <a:gd name="T10" fmla="*/ 6 w 46"/>
                  <a:gd name="T11" fmla="*/ 22 h 48"/>
                  <a:gd name="T12" fmla="*/ 14 w 46"/>
                  <a:gd name="T13" fmla="*/ 38 h 48"/>
                  <a:gd name="T14" fmla="*/ 20 w 46"/>
                  <a:gd name="T15" fmla="*/ 48 h 48"/>
                  <a:gd name="T16" fmla="*/ 46 w 46"/>
                  <a:gd name="T17" fmla="*/ 26 h 48"/>
                  <a:gd name="T18" fmla="*/ 46 w 46"/>
                  <a:gd name="T19" fmla="*/ 2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46" y="26"/>
                    </a:moveTo>
                    <a:lnTo>
                      <a:pt x="42" y="20"/>
                    </a:lnTo>
                    <a:lnTo>
                      <a:pt x="34" y="6"/>
                    </a:lnTo>
                    <a:lnTo>
                      <a:pt x="30" y="0"/>
                    </a:lnTo>
                    <a:lnTo>
                      <a:pt x="0" y="12"/>
                    </a:lnTo>
                    <a:lnTo>
                      <a:pt x="6" y="22"/>
                    </a:lnTo>
                    <a:lnTo>
                      <a:pt x="14" y="38"/>
                    </a:lnTo>
                    <a:lnTo>
                      <a:pt x="20" y="48"/>
                    </a:lnTo>
                    <a:lnTo>
                      <a:pt x="46" y="26"/>
                    </a:lnTo>
                    <a:lnTo>
                      <a:pt x="46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6" name="Freeform 338">
                <a:extLst>
                  <a:ext uri="{FF2B5EF4-FFF2-40B4-BE49-F238E27FC236}">
                    <a16:creationId xmlns:a16="http://schemas.microsoft.com/office/drawing/2014/main" id="{539D0C95-6706-43F1-BDD1-B065A5A54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822575"/>
                <a:ext cx="73025" cy="69850"/>
              </a:xfrm>
              <a:custGeom>
                <a:avLst/>
                <a:gdLst>
                  <a:gd name="T0" fmla="*/ 46 w 46"/>
                  <a:gd name="T1" fmla="*/ 14 h 44"/>
                  <a:gd name="T2" fmla="*/ 40 w 46"/>
                  <a:gd name="T3" fmla="*/ 10 h 44"/>
                  <a:gd name="T4" fmla="*/ 26 w 46"/>
                  <a:gd name="T5" fmla="*/ 2 h 44"/>
                  <a:gd name="T6" fmla="*/ 20 w 46"/>
                  <a:gd name="T7" fmla="*/ 0 h 44"/>
                  <a:gd name="T8" fmla="*/ 0 w 46"/>
                  <a:gd name="T9" fmla="*/ 24 h 44"/>
                  <a:gd name="T10" fmla="*/ 10 w 46"/>
                  <a:gd name="T11" fmla="*/ 30 h 44"/>
                  <a:gd name="T12" fmla="*/ 24 w 46"/>
                  <a:gd name="T13" fmla="*/ 38 h 44"/>
                  <a:gd name="T14" fmla="*/ 34 w 46"/>
                  <a:gd name="T15" fmla="*/ 44 h 44"/>
                  <a:gd name="T16" fmla="*/ 46 w 46"/>
                  <a:gd name="T17" fmla="*/ 14 h 44"/>
                  <a:gd name="T18" fmla="*/ 46 w 46"/>
                  <a:gd name="T19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4">
                    <a:moveTo>
                      <a:pt x="46" y="14"/>
                    </a:moveTo>
                    <a:lnTo>
                      <a:pt x="40" y="10"/>
                    </a:lnTo>
                    <a:lnTo>
                      <a:pt x="26" y="2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0" y="30"/>
                    </a:lnTo>
                    <a:lnTo>
                      <a:pt x="24" y="38"/>
                    </a:lnTo>
                    <a:lnTo>
                      <a:pt x="34" y="44"/>
                    </a:lnTo>
                    <a:lnTo>
                      <a:pt x="46" y="14"/>
                    </a:lnTo>
                    <a:lnTo>
                      <a:pt x="4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7" name="Freeform 339">
                <a:extLst>
                  <a:ext uri="{FF2B5EF4-FFF2-40B4-BE49-F238E27FC236}">
                    <a16:creationId xmlns:a16="http://schemas.microsoft.com/office/drawing/2014/main" id="{48D66E4B-25C4-4E8E-A49B-B751FEB6E9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26175" y="2835275"/>
                <a:ext cx="323850" cy="327025"/>
              </a:xfrm>
              <a:custGeom>
                <a:avLst/>
                <a:gdLst>
                  <a:gd name="T0" fmla="*/ 51 w 102"/>
                  <a:gd name="T1" fmla="*/ 15 h 103"/>
                  <a:gd name="T2" fmla="*/ 16 w 102"/>
                  <a:gd name="T3" fmla="*/ 52 h 103"/>
                  <a:gd name="T4" fmla="*/ 51 w 102"/>
                  <a:gd name="T5" fmla="*/ 88 h 103"/>
                  <a:gd name="T6" fmla="*/ 87 w 102"/>
                  <a:gd name="T7" fmla="*/ 52 h 103"/>
                  <a:gd name="T8" fmla="*/ 51 w 102"/>
                  <a:gd name="T9" fmla="*/ 15 h 103"/>
                  <a:gd name="T10" fmla="*/ 51 w 102"/>
                  <a:gd name="T11" fmla="*/ 15 h 103"/>
                  <a:gd name="T12" fmla="*/ 51 w 102"/>
                  <a:gd name="T13" fmla="*/ 103 h 103"/>
                  <a:gd name="T14" fmla="*/ 0 w 102"/>
                  <a:gd name="T15" fmla="*/ 52 h 103"/>
                  <a:gd name="T16" fmla="*/ 51 w 102"/>
                  <a:gd name="T17" fmla="*/ 0 h 103"/>
                  <a:gd name="T18" fmla="*/ 102 w 102"/>
                  <a:gd name="T19" fmla="*/ 52 h 103"/>
                  <a:gd name="T20" fmla="*/ 51 w 102"/>
                  <a:gd name="T21" fmla="*/ 103 h 103"/>
                  <a:gd name="T22" fmla="*/ 51 w 102"/>
                  <a:gd name="T23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2" h="103">
                    <a:moveTo>
                      <a:pt x="51" y="15"/>
                    </a:moveTo>
                    <a:cubicBezTo>
                      <a:pt x="32" y="15"/>
                      <a:pt x="16" y="32"/>
                      <a:pt x="16" y="52"/>
                    </a:cubicBezTo>
                    <a:cubicBezTo>
                      <a:pt x="16" y="71"/>
                      <a:pt x="32" y="88"/>
                      <a:pt x="51" y="88"/>
                    </a:cubicBezTo>
                    <a:cubicBezTo>
                      <a:pt x="71" y="88"/>
                      <a:pt x="87" y="71"/>
                      <a:pt x="87" y="52"/>
                    </a:cubicBezTo>
                    <a:cubicBezTo>
                      <a:pt x="87" y="32"/>
                      <a:pt x="71" y="15"/>
                      <a:pt x="51" y="15"/>
                    </a:cubicBezTo>
                    <a:cubicBezTo>
                      <a:pt x="51" y="15"/>
                      <a:pt x="51" y="15"/>
                      <a:pt x="51" y="15"/>
                    </a:cubicBezTo>
                    <a:close/>
                    <a:moveTo>
                      <a:pt x="51" y="103"/>
                    </a:moveTo>
                    <a:cubicBezTo>
                      <a:pt x="23" y="103"/>
                      <a:pt x="0" y="80"/>
                      <a:pt x="0" y="52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80" y="0"/>
                      <a:pt x="102" y="23"/>
                      <a:pt x="102" y="52"/>
                    </a:cubicBezTo>
                    <a:cubicBezTo>
                      <a:pt x="102" y="80"/>
                      <a:pt x="80" y="103"/>
                      <a:pt x="51" y="103"/>
                    </a:cubicBezTo>
                    <a:cubicBezTo>
                      <a:pt x="51" y="103"/>
                      <a:pt x="51" y="103"/>
                      <a:pt x="51" y="10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58" name="Oval 340">
                <a:extLst>
                  <a:ext uri="{FF2B5EF4-FFF2-40B4-BE49-F238E27FC236}">
                    <a16:creationId xmlns:a16="http://schemas.microsoft.com/office/drawing/2014/main" id="{01FE8919-B13A-4828-B95B-3C9158D1C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1425" y="2930525"/>
                <a:ext cx="136525" cy="1365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BA216C-B075-4ED3-A23C-33989D8842E9}"/>
              </a:ext>
            </a:extLst>
          </p:cNvPr>
          <p:cNvCxnSpPr>
            <a:cxnSpLocks/>
          </p:cNvCxnSpPr>
          <p:nvPr userDrawn="1"/>
        </p:nvCxnSpPr>
        <p:spPr>
          <a:xfrm>
            <a:off x="2934060" y="3072427"/>
            <a:ext cx="6041941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E552CC3-2851-40A3-966C-CAFA0421EEC3}"/>
              </a:ext>
            </a:extLst>
          </p:cNvPr>
          <p:cNvCxnSpPr>
            <a:cxnSpLocks/>
          </p:cNvCxnSpPr>
          <p:nvPr userDrawn="1"/>
        </p:nvCxnSpPr>
        <p:spPr>
          <a:xfrm>
            <a:off x="453922" y="3072427"/>
            <a:ext cx="2014359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4">
            <a:extLst>
              <a:ext uri="{FF2B5EF4-FFF2-40B4-BE49-F238E27FC236}">
                <a16:creationId xmlns:a16="http://schemas.microsoft.com/office/drawing/2014/main" id="{6267E252-9DDA-4FFB-AACF-F3091B7C09B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836" t="-4713" b="16530"/>
          <a:stretch/>
        </p:blipFill>
        <p:spPr>
          <a:xfrm>
            <a:off x="11547794" y="188640"/>
            <a:ext cx="424356" cy="459624"/>
          </a:xfrm>
          <a:prstGeom prst="rect">
            <a:avLst/>
          </a:prstGeom>
        </p:spPr>
      </p:pic>
      <p:pic>
        <p:nvPicPr>
          <p:cNvPr id="68" name="Graphic 9">
            <a:extLst>
              <a:ext uri="{FF2B5EF4-FFF2-40B4-BE49-F238E27FC236}">
                <a16:creationId xmlns:a16="http://schemas.microsoft.com/office/drawing/2014/main" id="{34F813ED-40E8-4177-839F-B2ACCDDE13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831" y="6429448"/>
            <a:ext cx="1412968" cy="3152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BEC845-4A35-455E-9C30-64E88B2F15B2}"/>
              </a:ext>
            </a:extLst>
          </p:cNvPr>
          <p:cNvSpPr/>
          <p:nvPr userDrawn="1"/>
        </p:nvSpPr>
        <p:spPr>
          <a:xfrm>
            <a:off x="10363200" y="6197600"/>
            <a:ext cx="1727200" cy="6604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38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2CF60-C05C-EC9C-7A79-CA78B9A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04263-1C2C-E967-C944-C6A1F93D1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F4084-C0AB-99E2-A26B-CCAA258B0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55C76-7D63-4D5D-AF15-B9BFCEB6B90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B302B-F688-079A-6E5D-C4F53ED42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398E2-033B-0D73-D6AD-C6FD65FF0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08A9-890A-4142-9004-E8F1048F7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4BDDFD-2B07-47AB-B817-36FC6487AAD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110213" y="3146635"/>
            <a:ext cx="2975311" cy="3493168"/>
          </a:xfrm>
        </p:spPr>
        <p:txBody>
          <a:bodyPr/>
          <a:lstStyle/>
          <a:p>
            <a:pPr marL="171446" lvl="1" indent="-171446">
              <a:lnSpc>
                <a:spcPct val="100000"/>
              </a:lnSpc>
              <a:spcAft>
                <a:spcPts val="300"/>
              </a:spcAft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E2E048-4E64-403A-82D8-C2C746C1961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079121" y="348079"/>
            <a:ext cx="6223655" cy="30670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FULL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BCE90-8A6D-4D48-B1CC-970F6A0A6D5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079122" y="578795"/>
            <a:ext cx="6056596" cy="50719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POSITION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Location, phone number, email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5FC96E-C7ED-478B-8A1E-FBDEDBC8782A}"/>
              </a:ext>
            </a:extLst>
          </p:cNvPr>
          <p:cNvGrpSpPr/>
          <p:nvPr/>
        </p:nvGrpSpPr>
        <p:grpSpPr>
          <a:xfrm>
            <a:off x="241196" y="2658906"/>
            <a:ext cx="413521" cy="413521"/>
            <a:chOff x="3745700" y="752377"/>
            <a:chExt cx="610920" cy="610920"/>
          </a:xfrm>
        </p:grpSpPr>
        <p:sp>
          <p:nvSpPr>
            <p:cNvPr id="13" name="Elipse 7">
              <a:extLst>
                <a:ext uri="{FF2B5EF4-FFF2-40B4-BE49-F238E27FC236}">
                  <a16:creationId xmlns:a16="http://schemas.microsoft.com/office/drawing/2014/main" id="{3C681F60-3FC1-4C98-83D4-22A404CC7822}"/>
                </a:ext>
              </a:extLst>
            </p:cNvPr>
            <p:cNvSpPr/>
            <p:nvPr/>
          </p:nvSpPr>
          <p:spPr>
            <a:xfrm rot="5400000">
              <a:off x="3745700" y="752377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BBB62C4-16B9-4950-95AF-3E16B8E85743}"/>
                </a:ext>
              </a:extLst>
            </p:cNvPr>
            <p:cNvGrpSpPr/>
            <p:nvPr/>
          </p:nvGrpSpPr>
          <p:grpSpPr>
            <a:xfrm>
              <a:off x="3848476" y="878052"/>
              <a:ext cx="405370" cy="359571"/>
              <a:chOff x="4956045" y="5842495"/>
              <a:chExt cx="511175" cy="45342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C3D4F9C-D573-40F6-B388-180388CBA417}"/>
                  </a:ext>
                </a:extLst>
              </p:cNvPr>
              <p:cNvGrpSpPr/>
              <p:nvPr/>
            </p:nvGrpSpPr>
            <p:grpSpPr>
              <a:xfrm>
                <a:off x="4956045" y="5924443"/>
                <a:ext cx="511175" cy="371475"/>
                <a:chOff x="2597150" y="6111875"/>
                <a:chExt cx="511175" cy="371475"/>
              </a:xfrm>
              <a:solidFill>
                <a:schemeClr val="bg1"/>
              </a:solidFill>
            </p:grpSpPr>
            <p:sp>
              <p:nvSpPr>
                <p:cNvPr id="17" name="Freeform 983">
                  <a:extLst>
                    <a:ext uri="{FF2B5EF4-FFF2-40B4-BE49-F238E27FC236}">
                      <a16:creationId xmlns:a16="http://schemas.microsoft.com/office/drawing/2014/main" id="{27DDC409-56CD-43D3-9238-6B9ED3BCAF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350" y="6216650"/>
                  <a:ext cx="133350" cy="155575"/>
                </a:xfrm>
                <a:custGeom>
                  <a:avLst/>
                  <a:gdLst>
                    <a:gd name="T0" fmla="*/ 26 w 42"/>
                    <a:gd name="T1" fmla="*/ 23 h 49"/>
                    <a:gd name="T2" fmla="*/ 25 w 42"/>
                    <a:gd name="T3" fmla="*/ 23 h 49"/>
                    <a:gd name="T4" fmla="*/ 30 w 42"/>
                    <a:gd name="T5" fmla="*/ 15 h 49"/>
                    <a:gd name="T6" fmla="*/ 31 w 42"/>
                    <a:gd name="T7" fmla="*/ 14 h 49"/>
                    <a:gd name="T8" fmla="*/ 30 w 42"/>
                    <a:gd name="T9" fmla="*/ 12 h 49"/>
                    <a:gd name="T10" fmla="*/ 30 w 42"/>
                    <a:gd name="T11" fmla="*/ 12 h 49"/>
                    <a:gd name="T12" fmla="*/ 30 w 42"/>
                    <a:gd name="T13" fmla="*/ 11 h 49"/>
                    <a:gd name="T14" fmla="*/ 21 w 42"/>
                    <a:gd name="T15" fmla="*/ 0 h 49"/>
                    <a:gd name="T16" fmla="*/ 11 w 42"/>
                    <a:gd name="T17" fmla="*/ 10 h 49"/>
                    <a:gd name="T18" fmla="*/ 11 w 42"/>
                    <a:gd name="T19" fmla="*/ 11 h 49"/>
                    <a:gd name="T20" fmla="*/ 11 w 42"/>
                    <a:gd name="T21" fmla="*/ 12 h 49"/>
                    <a:gd name="T22" fmla="*/ 11 w 42"/>
                    <a:gd name="T23" fmla="*/ 14 h 49"/>
                    <a:gd name="T24" fmla="*/ 12 w 42"/>
                    <a:gd name="T25" fmla="*/ 15 h 49"/>
                    <a:gd name="T26" fmla="*/ 17 w 42"/>
                    <a:gd name="T27" fmla="*/ 23 h 49"/>
                    <a:gd name="T28" fmla="*/ 16 w 42"/>
                    <a:gd name="T29" fmla="*/ 23 h 49"/>
                    <a:gd name="T30" fmla="*/ 4 w 42"/>
                    <a:gd name="T31" fmla="*/ 30 h 49"/>
                    <a:gd name="T32" fmla="*/ 0 w 42"/>
                    <a:gd name="T33" fmla="*/ 43 h 49"/>
                    <a:gd name="T34" fmla="*/ 0 w 42"/>
                    <a:gd name="T35" fmla="*/ 43 h 49"/>
                    <a:gd name="T36" fmla="*/ 0 w 42"/>
                    <a:gd name="T37" fmla="*/ 43 h 49"/>
                    <a:gd name="T38" fmla="*/ 8 w 42"/>
                    <a:gd name="T39" fmla="*/ 47 h 49"/>
                    <a:gd name="T40" fmla="*/ 8 w 42"/>
                    <a:gd name="T41" fmla="*/ 47 h 49"/>
                    <a:gd name="T42" fmla="*/ 15 w 42"/>
                    <a:gd name="T43" fmla="*/ 49 h 49"/>
                    <a:gd name="T44" fmla="*/ 27 w 42"/>
                    <a:gd name="T45" fmla="*/ 49 h 49"/>
                    <a:gd name="T46" fmla="*/ 33 w 42"/>
                    <a:gd name="T47" fmla="*/ 47 h 49"/>
                    <a:gd name="T48" fmla="*/ 34 w 42"/>
                    <a:gd name="T49" fmla="*/ 47 h 49"/>
                    <a:gd name="T50" fmla="*/ 42 w 42"/>
                    <a:gd name="T51" fmla="*/ 43 h 49"/>
                    <a:gd name="T52" fmla="*/ 42 w 42"/>
                    <a:gd name="T53" fmla="*/ 43 h 49"/>
                    <a:gd name="T54" fmla="*/ 42 w 42"/>
                    <a:gd name="T55" fmla="*/ 43 h 49"/>
                    <a:gd name="T56" fmla="*/ 37 w 42"/>
                    <a:gd name="T57" fmla="*/ 30 h 49"/>
                    <a:gd name="T58" fmla="*/ 26 w 42"/>
                    <a:gd name="T59" fmla="*/ 23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2" h="49">
                      <a:moveTo>
                        <a:pt x="26" y="23"/>
                      </a:moveTo>
                      <a:cubicBezTo>
                        <a:pt x="25" y="23"/>
                        <a:pt x="25" y="23"/>
                        <a:pt x="25" y="23"/>
                      </a:cubicBezTo>
                      <a:cubicBezTo>
                        <a:pt x="27" y="21"/>
                        <a:pt x="29" y="18"/>
                        <a:pt x="30" y="15"/>
                      </a:cubicBezTo>
                      <a:cubicBezTo>
                        <a:pt x="30" y="15"/>
                        <a:pt x="30" y="14"/>
                        <a:pt x="31" y="14"/>
                      </a:cubicBezTo>
                      <a:cubicBezTo>
                        <a:pt x="31" y="13"/>
                        <a:pt x="31" y="12"/>
                        <a:pt x="30" y="12"/>
                      </a:cubicBezTo>
                      <a:cubicBezTo>
                        <a:pt x="30" y="12"/>
                        <a:pt x="30" y="12"/>
                        <a:pt x="30" y="12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31" y="6"/>
                        <a:pt x="29" y="0"/>
                        <a:pt x="21" y="0"/>
                      </a:cubicBezTo>
                      <a:cubicBezTo>
                        <a:pt x="14" y="0"/>
                        <a:pt x="10" y="5"/>
                        <a:pt x="11" y="10"/>
                      </a:cubicBez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1" y="12"/>
                        <a:pt x="11" y="12"/>
                        <a:pt x="11" y="12"/>
                      </a:cubicBezTo>
                      <a:cubicBezTo>
                        <a:pt x="11" y="12"/>
                        <a:pt x="11" y="13"/>
                        <a:pt x="11" y="14"/>
                      </a:cubicBezTo>
                      <a:cubicBezTo>
                        <a:pt x="11" y="14"/>
                        <a:pt x="11" y="15"/>
                        <a:pt x="12" y="15"/>
                      </a:cubicBezTo>
                      <a:cubicBezTo>
                        <a:pt x="13" y="18"/>
                        <a:pt x="15" y="21"/>
                        <a:pt x="17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0" y="24"/>
                        <a:pt x="7" y="27"/>
                        <a:pt x="4" y="30"/>
                      </a:cubicBezTo>
                      <a:cubicBezTo>
                        <a:pt x="1" y="34"/>
                        <a:pt x="0" y="39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2" y="46"/>
                        <a:pt x="6" y="47"/>
                        <a:pt x="8" y="47"/>
                      </a:cubicBezTo>
                      <a:cubicBezTo>
                        <a:pt x="8" y="47"/>
                        <a:pt x="8" y="47"/>
                        <a:pt x="8" y="47"/>
                      </a:cubicBezTo>
                      <a:cubicBezTo>
                        <a:pt x="10" y="48"/>
                        <a:pt x="13" y="48"/>
                        <a:pt x="15" y="49"/>
                      </a:cubicBezTo>
                      <a:cubicBezTo>
                        <a:pt x="27" y="49"/>
                        <a:pt x="27" y="49"/>
                        <a:pt x="27" y="49"/>
                      </a:cubicBezTo>
                      <a:cubicBezTo>
                        <a:pt x="29" y="48"/>
                        <a:pt x="32" y="48"/>
                        <a:pt x="33" y="47"/>
                      </a:cubicBezTo>
                      <a:cubicBezTo>
                        <a:pt x="34" y="47"/>
                        <a:pt x="34" y="47"/>
                        <a:pt x="34" y="47"/>
                      </a:cubicBezTo>
                      <a:cubicBezTo>
                        <a:pt x="36" y="47"/>
                        <a:pt x="39" y="46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43"/>
                        <a:pt x="42" y="43"/>
                        <a:pt x="42" y="43"/>
                      </a:cubicBezTo>
                      <a:cubicBezTo>
                        <a:pt x="42" y="39"/>
                        <a:pt x="41" y="34"/>
                        <a:pt x="37" y="30"/>
                      </a:cubicBezTo>
                      <a:cubicBezTo>
                        <a:pt x="35" y="27"/>
                        <a:pt x="32" y="24"/>
                        <a:pt x="26" y="23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tangle 985">
                  <a:extLst>
                    <a:ext uri="{FF2B5EF4-FFF2-40B4-BE49-F238E27FC236}">
                      <a16:creationId xmlns:a16="http://schemas.microsoft.com/office/drawing/2014/main" id="{38727635-6CA2-4265-863A-E780C4ABB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32525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Rectangle 986">
                  <a:extLst>
                    <a:ext uri="{FF2B5EF4-FFF2-40B4-BE49-F238E27FC236}">
                      <a16:creationId xmlns:a16="http://schemas.microsoft.com/office/drawing/2014/main" id="{DFC1CF33-31B2-4500-9A09-70FBF0F280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283325"/>
                  <a:ext cx="161925" cy="25400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" name="Rectangle 987">
                  <a:extLst>
                    <a:ext uri="{FF2B5EF4-FFF2-40B4-BE49-F238E27FC236}">
                      <a16:creationId xmlns:a16="http://schemas.microsoft.com/office/drawing/2014/main" id="{0AFCE5C7-9057-4F93-B346-3A409DAB2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3850" y="6337300"/>
                  <a:ext cx="161925" cy="22225"/>
                </a:xfrm>
                <a:prstGeom prst="rect">
                  <a:avLst/>
                </a:prstGeom>
                <a:grpFill/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" name="Freeform 988">
                  <a:extLst>
                    <a:ext uri="{FF2B5EF4-FFF2-40B4-BE49-F238E27FC236}">
                      <a16:creationId xmlns:a16="http://schemas.microsoft.com/office/drawing/2014/main" id="{4DA14A6C-976C-4152-ABF7-1CA33FB3491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97150" y="6111875"/>
                  <a:ext cx="511175" cy="371475"/>
                </a:xfrm>
                <a:custGeom>
                  <a:avLst/>
                  <a:gdLst>
                    <a:gd name="T0" fmla="*/ 142 w 161"/>
                    <a:gd name="T1" fmla="*/ 0 h 117"/>
                    <a:gd name="T2" fmla="*/ 18 w 161"/>
                    <a:gd name="T3" fmla="*/ 0 h 117"/>
                    <a:gd name="T4" fmla="*/ 0 w 161"/>
                    <a:gd name="T5" fmla="*/ 19 h 117"/>
                    <a:gd name="T6" fmla="*/ 0 w 161"/>
                    <a:gd name="T7" fmla="*/ 99 h 117"/>
                    <a:gd name="T8" fmla="*/ 18 w 161"/>
                    <a:gd name="T9" fmla="*/ 117 h 117"/>
                    <a:gd name="T10" fmla="*/ 142 w 161"/>
                    <a:gd name="T11" fmla="*/ 117 h 117"/>
                    <a:gd name="T12" fmla="*/ 161 w 161"/>
                    <a:gd name="T13" fmla="*/ 99 h 117"/>
                    <a:gd name="T14" fmla="*/ 161 w 161"/>
                    <a:gd name="T15" fmla="*/ 19 h 117"/>
                    <a:gd name="T16" fmla="*/ 142 w 161"/>
                    <a:gd name="T17" fmla="*/ 0 h 117"/>
                    <a:gd name="T18" fmla="*/ 151 w 161"/>
                    <a:gd name="T19" fmla="*/ 99 h 117"/>
                    <a:gd name="T20" fmla="*/ 142 w 161"/>
                    <a:gd name="T21" fmla="*/ 107 h 117"/>
                    <a:gd name="T22" fmla="*/ 18 w 161"/>
                    <a:gd name="T23" fmla="*/ 107 h 117"/>
                    <a:gd name="T24" fmla="*/ 10 w 161"/>
                    <a:gd name="T25" fmla="*/ 99 h 117"/>
                    <a:gd name="T26" fmla="*/ 10 w 161"/>
                    <a:gd name="T27" fmla="*/ 19 h 117"/>
                    <a:gd name="T28" fmla="*/ 18 w 161"/>
                    <a:gd name="T29" fmla="*/ 10 h 117"/>
                    <a:gd name="T30" fmla="*/ 142 w 161"/>
                    <a:gd name="T31" fmla="*/ 10 h 117"/>
                    <a:gd name="T32" fmla="*/ 151 w 161"/>
                    <a:gd name="T33" fmla="*/ 19 h 117"/>
                    <a:gd name="T34" fmla="*/ 151 w 161"/>
                    <a:gd name="T35" fmla="*/ 99 h 1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61" h="117">
                      <a:moveTo>
                        <a:pt x="142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99"/>
                        <a:pt x="0" y="99"/>
                        <a:pt x="0" y="99"/>
                      </a:cubicBezTo>
                      <a:cubicBezTo>
                        <a:pt x="0" y="109"/>
                        <a:pt x="8" y="117"/>
                        <a:pt x="18" y="117"/>
                      </a:cubicBezTo>
                      <a:cubicBezTo>
                        <a:pt x="142" y="117"/>
                        <a:pt x="142" y="117"/>
                        <a:pt x="142" y="117"/>
                      </a:cubicBezTo>
                      <a:cubicBezTo>
                        <a:pt x="153" y="117"/>
                        <a:pt x="161" y="109"/>
                        <a:pt x="161" y="99"/>
                      </a:cubicBezTo>
                      <a:cubicBezTo>
                        <a:pt x="161" y="19"/>
                        <a:pt x="161" y="19"/>
                        <a:pt x="161" y="19"/>
                      </a:cubicBezTo>
                      <a:cubicBezTo>
                        <a:pt x="161" y="8"/>
                        <a:pt x="153" y="0"/>
                        <a:pt x="142" y="0"/>
                      </a:cubicBezTo>
                      <a:close/>
                      <a:moveTo>
                        <a:pt x="151" y="99"/>
                      </a:moveTo>
                      <a:cubicBezTo>
                        <a:pt x="151" y="103"/>
                        <a:pt x="147" y="107"/>
                        <a:pt x="142" y="107"/>
                      </a:cubicBezTo>
                      <a:cubicBezTo>
                        <a:pt x="18" y="107"/>
                        <a:pt x="18" y="107"/>
                        <a:pt x="18" y="107"/>
                      </a:cubicBezTo>
                      <a:cubicBezTo>
                        <a:pt x="14" y="107"/>
                        <a:pt x="10" y="103"/>
                        <a:pt x="10" y="99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4"/>
                        <a:pt x="14" y="10"/>
                        <a:pt x="18" y="10"/>
                      </a:cubicBezTo>
                      <a:cubicBezTo>
                        <a:pt x="142" y="10"/>
                        <a:pt x="142" y="10"/>
                        <a:pt x="142" y="10"/>
                      </a:cubicBezTo>
                      <a:cubicBezTo>
                        <a:pt x="147" y="10"/>
                        <a:pt x="151" y="14"/>
                        <a:pt x="151" y="19"/>
                      </a:cubicBezTo>
                      <a:lnTo>
                        <a:pt x="151" y="99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6" name="Freeform 982">
                <a:extLst>
                  <a:ext uri="{FF2B5EF4-FFF2-40B4-BE49-F238E27FC236}">
                    <a16:creationId xmlns:a16="http://schemas.microsoft.com/office/drawing/2014/main" id="{ECCF2B97-C378-4378-86E6-EAD4C0E90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4320" y="5842495"/>
                <a:ext cx="174625" cy="88265"/>
              </a:xfrm>
              <a:custGeom>
                <a:avLst/>
                <a:gdLst>
                  <a:gd name="T0" fmla="*/ 55 w 55"/>
                  <a:gd name="T1" fmla="*/ 16 h 43"/>
                  <a:gd name="T2" fmla="*/ 43 w 55"/>
                  <a:gd name="T3" fmla="*/ 16 h 43"/>
                  <a:gd name="T4" fmla="*/ 43 w 55"/>
                  <a:gd name="T5" fmla="*/ 16 h 43"/>
                  <a:gd name="T6" fmla="*/ 27 w 55"/>
                  <a:gd name="T7" fmla="*/ 0 h 43"/>
                  <a:gd name="T8" fmla="*/ 12 w 55"/>
                  <a:gd name="T9" fmla="*/ 16 h 43"/>
                  <a:gd name="T10" fmla="*/ 12 w 55"/>
                  <a:gd name="T11" fmla="*/ 16 h 43"/>
                  <a:gd name="T12" fmla="*/ 0 w 55"/>
                  <a:gd name="T13" fmla="*/ 16 h 43"/>
                  <a:gd name="T14" fmla="*/ 0 w 55"/>
                  <a:gd name="T15" fmla="*/ 43 h 43"/>
                  <a:gd name="T16" fmla="*/ 55 w 55"/>
                  <a:gd name="T17" fmla="*/ 43 h 43"/>
                  <a:gd name="T18" fmla="*/ 55 w 55"/>
                  <a:gd name="T19" fmla="*/ 16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" h="43">
                    <a:moveTo>
                      <a:pt x="55" y="16"/>
                    </a:move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3" y="7"/>
                      <a:pt x="36" y="0"/>
                      <a:pt x="27" y="0"/>
                    </a:cubicBezTo>
                    <a:cubicBezTo>
                      <a:pt x="19" y="0"/>
                      <a:pt x="12" y="7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55" y="43"/>
                      <a:pt x="55" y="43"/>
                      <a:pt x="55" y="43"/>
                    </a:cubicBezTo>
                    <a:lnTo>
                      <a:pt x="55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B08814-7232-49C8-B8C6-81A275E2F485}"/>
              </a:ext>
            </a:extLst>
          </p:cNvPr>
          <p:cNvGrpSpPr/>
          <p:nvPr/>
        </p:nvGrpSpPr>
        <p:grpSpPr>
          <a:xfrm>
            <a:off x="9299303" y="414675"/>
            <a:ext cx="413521" cy="413521"/>
            <a:chOff x="7921416" y="783191"/>
            <a:chExt cx="413521" cy="413521"/>
          </a:xfrm>
        </p:grpSpPr>
        <p:sp>
          <p:nvSpPr>
            <p:cNvPr id="33" name="Elipse 7">
              <a:extLst>
                <a:ext uri="{FF2B5EF4-FFF2-40B4-BE49-F238E27FC236}">
                  <a16:creationId xmlns:a16="http://schemas.microsoft.com/office/drawing/2014/main" id="{E066ED99-311B-47F1-8076-FD869E260E9E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5B0A839-7FCB-409D-B9EE-4486666E1938}"/>
                </a:ext>
              </a:extLst>
            </p:cNvPr>
            <p:cNvGrpSpPr/>
            <p:nvPr/>
          </p:nvGrpSpPr>
          <p:grpSpPr>
            <a:xfrm>
              <a:off x="7991677" y="883711"/>
              <a:ext cx="332514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35" name="Freeform 349">
                <a:extLst>
                  <a:ext uri="{FF2B5EF4-FFF2-40B4-BE49-F238E27FC236}">
                    <a16:creationId xmlns:a16="http://schemas.microsoft.com/office/drawing/2014/main" id="{287C720E-1303-4704-A4AB-25EB212A04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Freeform 350">
                <a:extLst>
                  <a:ext uri="{FF2B5EF4-FFF2-40B4-BE49-F238E27FC236}">
                    <a16:creationId xmlns:a16="http://schemas.microsoft.com/office/drawing/2014/main" id="{0637FD97-57A0-47BB-AB8D-95F017C18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Freeform 351">
                <a:extLst>
                  <a:ext uri="{FF2B5EF4-FFF2-40B4-BE49-F238E27FC236}">
                    <a16:creationId xmlns:a16="http://schemas.microsoft.com/office/drawing/2014/main" id="{8D95F370-8E27-4535-9B7C-88E2E44F8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 352">
                <a:extLst>
                  <a:ext uri="{FF2B5EF4-FFF2-40B4-BE49-F238E27FC236}">
                    <a16:creationId xmlns:a16="http://schemas.microsoft.com/office/drawing/2014/main" id="{4EE01413-1E3F-4409-82F9-1807EE994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Freeform 353">
                <a:extLst>
                  <a:ext uri="{FF2B5EF4-FFF2-40B4-BE49-F238E27FC236}">
                    <a16:creationId xmlns:a16="http://schemas.microsoft.com/office/drawing/2014/main" id="{7EBD6501-ACF4-43B4-B56B-DA20C8DA9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 354">
                <a:extLst>
                  <a:ext uri="{FF2B5EF4-FFF2-40B4-BE49-F238E27FC236}">
                    <a16:creationId xmlns:a16="http://schemas.microsoft.com/office/drawing/2014/main" id="{57AFAC46-2CDD-487F-84DB-11B1DB347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Freeform 355">
                <a:extLst>
                  <a:ext uri="{FF2B5EF4-FFF2-40B4-BE49-F238E27FC236}">
                    <a16:creationId xmlns:a16="http://schemas.microsoft.com/office/drawing/2014/main" id="{4828C769-800E-46A8-896A-BEFE03B32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Freeform 356">
                <a:extLst>
                  <a:ext uri="{FF2B5EF4-FFF2-40B4-BE49-F238E27FC236}">
                    <a16:creationId xmlns:a16="http://schemas.microsoft.com/office/drawing/2014/main" id="{8E9B5957-49D7-47E4-B3B1-891331D56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Freeform 357">
                <a:extLst>
                  <a:ext uri="{FF2B5EF4-FFF2-40B4-BE49-F238E27FC236}">
                    <a16:creationId xmlns:a16="http://schemas.microsoft.com/office/drawing/2014/main" id="{51F12B01-5E77-4256-819F-2A9418898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E4DFEE0-FDCC-4C0B-BD7E-D6D913E10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7032" y="544656"/>
            <a:ext cx="2424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4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Competencies</a:t>
            </a:r>
            <a:endParaRPr kumimoji="0" lang="en-US" altLang="nl-NL" sz="1200" b="1" i="0" u="none" strike="noStrike" kern="1200" cap="none" spc="0" normalizeH="0" baseline="0" noProof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81C2F3-8277-4472-AD10-26EE0D82DECA}"/>
              </a:ext>
            </a:extLst>
          </p:cNvPr>
          <p:cNvGrpSpPr/>
          <p:nvPr/>
        </p:nvGrpSpPr>
        <p:grpSpPr>
          <a:xfrm>
            <a:off x="2727301" y="2658906"/>
            <a:ext cx="413521" cy="413521"/>
            <a:chOff x="3852199" y="2961373"/>
            <a:chExt cx="610920" cy="610920"/>
          </a:xfrm>
        </p:grpSpPr>
        <p:sp>
          <p:nvSpPr>
            <p:cNvPr id="48" name="Elipse 7">
              <a:extLst>
                <a:ext uri="{FF2B5EF4-FFF2-40B4-BE49-F238E27FC236}">
                  <a16:creationId xmlns:a16="http://schemas.microsoft.com/office/drawing/2014/main" id="{AE8D2876-C415-460E-ABA3-EA713AAF94A5}"/>
                </a:ext>
              </a:extLst>
            </p:cNvPr>
            <p:cNvSpPr/>
            <p:nvPr/>
          </p:nvSpPr>
          <p:spPr>
            <a:xfrm rot="5400000">
              <a:off x="3852199" y="2961373"/>
              <a:ext cx="610920" cy="610920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8CBCD11-F51D-4A33-9C3E-E07B0EF79E80}"/>
                </a:ext>
              </a:extLst>
            </p:cNvPr>
            <p:cNvGrpSpPr/>
            <p:nvPr/>
          </p:nvGrpSpPr>
          <p:grpSpPr>
            <a:xfrm>
              <a:off x="3943402" y="3020322"/>
              <a:ext cx="428515" cy="493023"/>
              <a:chOff x="5994400" y="2514600"/>
              <a:chExt cx="590550" cy="679450"/>
            </a:xfrm>
            <a:solidFill>
              <a:schemeClr val="bg1"/>
            </a:solidFill>
          </p:grpSpPr>
          <p:sp>
            <p:nvSpPr>
              <p:cNvPr id="50" name="Oval 324">
                <a:extLst>
                  <a:ext uri="{FF2B5EF4-FFF2-40B4-BE49-F238E27FC236}">
                    <a16:creationId xmlns:a16="http://schemas.microsoft.com/office/drawing/2014/main" id="{91934F9C-A9E8-4354-B198-A0508A1670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4100" y="2514600"/>
                <a:ext cx="104775" cy="13335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Freeform 325">
                <a:extLst>
                  <a:ext uri="{FF2B5EF4-FFF2-40B4-BE49-F238E27FC236}">
                    <a16:creationId xmlns:a16="http://schemas.microsoft.com/office/drawing/2014/main" id="{8C318C33-6BC7-45AD-88BC-BAFE46A8CF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94400" y="2657475"/>
                <a:ext cx="377825" cy="536575"/>
              </a:xfrm>
              <a:custGeom>
                <a:avLst/>
                <a:gdLst>
                  <a:gd name="T0" fmla="*/ 30 w 119"/>
                  <a:gd name="T1" fmla="*/ 55 h 169"/>
                  <a:gd name="T2" fmla="*/ 23 w 119"/>
                  <a:gd name="T3" fmla="*/ 44 h 169"/>
                  <a:gd name="T4" fmla="*/ 33 w 119"/>
                  <a:gd name="T5" fmla="*/ 60 h 169"/>
                  <a:gd name="T6" fmla="*/ 88 w 119"/>
                  <a:gd name="T7" fmla="*/ 28 h 169"/>
                  <a:gd name="T8" fmla="*/ 94 w 119"/>
                  <a:gd name="T9" fmla="*/ 33 h 169"/>
                  <a:gd name="T10" fmla="*/ 72 w 119"/>
                  <a:gd name="T11" fmla="*/ 42 h 169"/>
                  <a:gd name="T12" fmla="*/ 118 w 119"/>
                  <a:gd name="T13" fmla="*/ 42 h 169"/>
                  <a:gd name="T14" fmla="*/ 119 w 119"/>
                  <a:gd name="T15" fmla="*/ 26 h 169"/>
                  <a:gd name="T16" fmla="*/ 117 w 119"/>
                  <a:gd name="T17" fmla="*/ 24 h 169"/>
                  <a:gd name="T18" fmla="*/ 105 w 119"/>
                  <a:gd name="T19" fmla="*/ 15 h 169"/>
                  <a:gd name="T20" fmla="*/ 83 w 119"/>
                  <a:gd name="T21" fmla="*/ 2 h 169"/>
                  <a:gd name="T22" fmla="*/ 75 w 119"/>
                  <a:gd name="T23" fmla="*/ 1 h 169"/>
                  <a:gd name="T24" fmla="*/ 82 w 119"/>
                  <a:gd name="T25" fmla="*/ 7 h 169"/>
                  <a:gd name="T26" fmla="*/ 77 w 119"/>
                  <a:gd name="T27" fmla="*/ 18 h 169"/>
                  <a:gd name="T28" fmla="*/ 64 w 119"/>
                  <a:gd name="T29" fmla="*/ 9 h 169"/>
                  <a:gd name="T30" fmla="*/ 64 w 119"/>
                  <a:gd name="T31" fmla="*/ 0 h 169"/>
                  <a:gd name="T32" fmla="*/ 55 w 119"/>
                  <a:gd name="T33" fmla="*/ 8 h 169"/>
                  <a:gd name="T34" fmla="*/ 55 w 119"/>
                  <a:gd name="T35" fmla="*/ 42 h 169"/>
                  <a:gd name="T36" fmla="*/ 48 w 119"/>
                  <a:gd name="T37" fmla="*/ 11 h 169"/>
                  <a:gd name="T38" fmla="*/ 47 w 119"/>
                  <a:gd name="T39" fmla="*/ 1 h 169"/>
                  <a:gd name="T40" fmla="*/ 38 w 119"/>
                  <a:gd name="T41" fmla="*/ 2 h 169"/>
                  <a:gd name="T42" fmla="*/ 30 w 119"/>
                  <a:gd name="T43" fmla="*/ 5 h 169"/>
                  <a:gd name="T44" fmla="*/ 2 w 119"/>
                  <a:gd name="T45" fmla="*/ 36 h 169"/>
                  <a:gd name="T46" fmla="*/ 1 w 119"/>
                  <a:gd name="T47" fmla="*/ 48 h 169"/>
                  <a:gd name="T48" fmla="*/ 1 w 119"/>
                  <a:gd name="T49" fmla="*/ 48 h 169"/>
                  <a:gd name="T50" fmla="*/ 2 w 119"/>
                  <a:gd name="T51" fmla="*/ 49 h 169"/>
                  <a:gd name="T52" fmla="*/ 3 w 119"/>
                  <a:gd name="T53" fmla="*/ 52 h 169"/>
                  <a:gd name="T54" fmla="*/ 10 w 119"/>
                  <a:gd name="T55" fmla="*/ 66 h 169"/>
                  <a:gd name="T56" fmla="*/ 32 w 119"/>
                  <a:gd name="T57" fmla="*/ 77 h 169"/>
                  <a:gd name="T58" fmla="*/ 32 w 119"/>
                  <a:gd name="T59" fmla="*/ 90 h 169"/>
                  <a:gd name="T60" fmla="*/ 37 w 119"/>
                  <a:gd name="T61" fmla="*/ 169 h 169"/>
                  <a:gd name="T62" fmla="*/ 60 w 119"/>
                  <a:gd name="T63" fmla="*/ 133 h 169"/>
                  <a:gd name="T64" fmla="*/ 118 w 119"/>
                  <a:gd name="T65" fmla="*/ 42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69">
                    <a:moveTo>
                      <a:pt x="33" y="60"/>
                    </a:moveTo>
                    <a:cubicBezTo>
                      <a:pt x="30" y="55"/>
                      <a:pt x="30" y="55"/>
                      <a:pt x="30" y="5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33" y="31"/>
                      <a:pt x="33" y="31"/>
                      <a:pt x="33" y="31"/>
                    </a:cubicBezTo>
                    <a:cubicBezTo>
                      <a:pt x="33" y="41"/>
                      <a:pt x="33" y="50"/>
                      <a:pt x="33" y="60"/>
                    </a:cubicBezTo>
                    <a:close/>
                    <a:moveTo>
                      <a:pt x="88" y="33"/>
                    </a:moveTo>
                    <a:cubicBezTo>
                      <a:pt x="88" y="31"/>
                      <a:pt x="88" y="29"/>
                      <a:pt x="88" y="28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4" y="33"/>
                      <a:pt x="94" y="33"/>
                      <a:pt x="94" y="33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88" y="33"/>
                      <a:pt x="88" y="33"/>
                      <a:pt x="88" y="33"/>
                    </a:cubicBezTo>
                    <a:close/>
                    <a:moveTo>
                      <a:pt x="118" y="42"/>
                    </a:moveTo>
                    <a:cubicBezTo>
                      <a:pt x="119" y="35"/>
                      <a:pt x="119" y="24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9" y="26"/>
                      <a:pt x="119" y="26"/>
                      <a:pt x="119" y="26"/>
                    </a:cubicBezTo>
                    <a:cubicBezTo>
                      <a:pt x="117" y="24"/>
                      <a:pt x="117" y="24"/>
                      <a:pt x="117" y="24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87" y="2"/>
                      <a:pt x="85" y="2"/>
                      <a:pt x="83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0" y="1"/>
                      <a:pt x="77" y="1"/>
                      <a:pt x="75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8" y="11"/>
                      <a:pt x="48" y="11"/>
                      <a:pt x="48" y="11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4" y="1"/>
                      <a:pt x="41" y="1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5" y="2"/>
                      <a:pt x="33" y="3"/>
                      <a:pt x="30" y="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60"/>
                      <a:pt x="2" y="42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6" y="57"/>
                      <a:pt x="6" y="57"/>
                      <a:pt x="6" y="57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24" y="82"/>
                      <a:pt x="28" y="80"/>
                      <a:pt x="32" y="77"/>
                    </a:cubicBezTo>
                    <a:cubicBezTo>
                      <a:pt x="32" y="81"/>
                      <a:pt x="32" y="85"/>
                      <a:pt x="32" y="89"/>
                    </a:cubicBezTo>
                    <a:cubicBezTo>
                      <a:pt x="32" y="89"/>
                      <a:pt x="32" y="89"/>
                      <a:pt x="32" y="90"/>
                    </a:cubicBezTo>
                    <a:cubicBezTo>
                      <a:pt x="33" y="90"/>
                      <a:pt x="33" y="90"/>
                      <a:pt x="34" y="90"/>
                    </a:cubicBezTo>
                    <a:cubicBezTo>
                      <a:pt x="37" y="169"/>
                      <a:pt x="37" y="169"/>
                      <a:pt x="37" y="169"/>
                    </a:cubicBezTo>
                    <a:cubicBezTo>
                      <a:pt x="59" y="169"/>
                      <a:pt x="59" y="169"/>
                      <a:pt x="59" y="169"/>
                    </a:cubicBezTo>
                    <a:cubicBezTo>
                      <a:pt x="60" y="159"/>
                      <a:pt x="60" y="146"/>
                      <a:pt x="60" y="133"/>
                    </a:cubicBezTo>
                    <a:cubicBezTo>
                      <a:pt x="57" y="126"/>
                      <a:pt x="55" y="118"/>
                      <a:pt x="55" y="109"/>
                    </a:cubicBezTo>
                    <a:cubicBezTo>
                      <a:pt x="55" y="73"/>
                      <a:pt x="83" y="44"/>
                      <a:pt x="118" y="4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Freeform 326">
                <a:extLst>
                  <a:ext uri="{FF2B5EF4-FFF2-40B4-BE49-F238E27FC236}">
                    <a16:creationId xmlns:a16="http://schemas.microsoft.com/office/drawing/2014/main" id="{0EBCBB1B-B523-48AF-962A-CC2588CE7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3105150"/>
                <a:ext cx="76200" cy="88900"/>
              </a:xfrm>
              <a:custGeom>
                <a:avLst/>
                <a:gdLst>
                  <a:gd name="T0" fmla="*/ 0 w 24"/>
                  <a:gd name="T1" fmla="*/ 0 h 28"/>
                  <a:gd name="T2" fmla="*/ 1 w 24"/>
                  <a:gd name="T3" fmla="*/ 28 h 28"/>
                  <a:gd name="T4" fmla="*/ 24 w 24"/>
                  <a:gd name="T5" fmla="*/ 28 h 28"/>
                  <a:gd name="T6" fmla="*/ 24 w 24"/>
                  <a:gd name="T7" fmla="*/ 25 h 28"/>
                  <a:gd name="T8" fmla="*/ 0 w 24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8">
                    <a:moveTo>
                      <a:pt x="0" y="0"/>
                    </a:moveTo>
                    <a:cubicBezTo>
                      <a:pt x="1" y="28"/>
                      <a:pt x="1" y="28"/>
                      <a:pt x="1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7"/>
                      <a:pt x="24" y="26"/>
                      <a:pt x="24" y="25"/>
                    </a:cubicBezTo>
                    <a:cubicBezTo>
                      <a:pt x="14" y="19"/>
                      <a:pt x="6" y="1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Freeform 327">
                <a:extLst>
                  <a:ext uri="{FF2B5EF4-FFF2-40B4-BE49-F238E27FC236}">
                    <a16:creationId xmlns:a16="http://schemas.microsoft.com/office/drawing/2014/main" id="{8E9162D8-B3A5-4EA6-B166-1239ACC21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5875" y="2803525"/>
                <a:ext cx="63500" cy="50800"/>
              </a:xfrm>
              <a:custGeom>
                <a:avLst/>
                <a:gdLst>
                  <a:gd name="T0" fmla="*/ 34 w 40"/>
                  <a:gd name="T1" fmla="*/ 0 h 32"/>
                  <a:gd name="T2" fmla="*/ 28 w 40"/>
                  <a:gd name="T3" fmla="*/ 0 h 32"/>
                  <a:gd name="T4" fmla="*/ 12 w 40"/>
                  <a:gd name="T5" fmla="*/ 0 h 32"/>
                  <a:gd name="T6" fmla="*/ 4 w 40"/>
                  <a:gd name="T7" fmla="*/ 0 h 32"/>
                  <a:gd name="T8" fmla="*/ 0 w 40"/>
                  <a:gd name="T9" fmla="*/ 32 h 32"/>
                  <a:gd name="T10" fmla="*/ 12 w 40"/>
                  <a:gd name="T11" fmla="*/ 32 h 32"/>
                  <a:gd name="T12" fmla="*/ 28 w 40"/>
                  <a:gd name="T13" fmla="*/ 32 h 32"/>
                  <a:gd name="T14" fmla="*/ 40 w 40"/>
                  <a:gd name="T15" fmla="*/ 32 h 32"/>
                  <a:gd name="T16" fmla="*/ 34 w 40"/>
                  <a:gd name="T17" fmla="*/ 0 h 32"/>
                  <a:gd name="T18" fmla="*/ 34 w 40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34" y="0"/>
                    </a:moveTo>
                    <a:lnTo>
                      <a:pt x="28" y="0"/>
                    </a:lnTo>
                    <a:lnTo>
                      <a:pt x="12" y="0"/>
                    </a:lnTo>
                    <a:lnTo>
                      <a:pt x="4" y="0"/>
                    </a:lnTo>
                    <a:lnTo>
                      <a:pt x="0" y="32"/>
                    </a:lnTo>
                    <a:lnTo>
                      <a:pt x="12" y="32"/>
                    </a:lnTo>
                    <a:lnTo>
                      <a:pt x="28" y="32"/>
                    </a:lnTo>
                    <a:lnTo>
                      <a:pt x="40" y="32"/>
                    </a:lnTo>
                    <a:lnTo>
                      <a:pt x="34" y="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Freeform 328">
                <a:extLst>
                  <a:ext uri="{FF2B5EF4-FFF2-40B4-BE49-F238E27FC236}">
                    <a16:creationId xmlns:a16="http://schemas.microsoft.com/office/drawing/2014/main" id="{2E670CC3-7DE2-40F3-AD7F-ECF72977F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6975" y="2813050"/>
                <a:ext cx="76200" cy="73025"/>
              </a:xfrm>
              <a:custGeom>
                <a:avLst/>
                <a:gdLst>
                  <a:gd name="T0" fmla="*/ 26 w 48"/>
                  <a:gd name="T1" fmla="*/ 0 h 46"/>
                  <a:gd name="T2" fmla="*/ 20 w 48"/>
                  <a:gd name="T3" fmla="*/ 4 h 46"/>
                  <a:gd name="T4" fmla="*/ 6 w 48"/>
                  <a:gd name="T5" fmla="*/ 12 h 46"/>
                  <a:gd name="T6" fmla="*/ 0 w 48"/>
                  <a:gd name="T7" fmla="*/ 16 h 46"/>
                  <a:gd name="T8" fmla="*/ 12 w 48"/>
                  <a:gd name="T9" fmla="*/ 46 h 46"/>
                  <a:gd name="T10" fmla="*/ 22 w 48"/>
                  <a:gd name="T11" fmla="*/ 40 h 46"/>
                  <a:gd name="T12" fmla="*/ 36 w 48"/>
                  <a:gd name="T13" fmla="*/ 32 h 46"/>
                  <a:gd name="T14" fmla="*/ 48 w 48"/>
                  <a:gd name="T15" fmla="*/ 26 h 46"/>
                  <a:gd name="T16" fmla="*/ 26 w 48"/>
                  <a:gd name="T17" fmla="*/ 0 h 46"/>
                  <a:gd name="T18" fmla="*/ 26 w 4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6" y="0"/>
                    </a:moveTo>
                    <a:lnTo>
                      <a:pt x="20" y="4"/>
                    </a:lnTo>
                    <a:lnTo>
                      <a:pt x="6" y="12"/>
                    </a:lnTo>
                    <a:lnTo>
                      <a:pt x="0" y="16"/>
                    </a:lnTo>
                    <a:lnTo>
                      <a:pt x="12" y="46"/>
                    </a:lnTo>
                    <a:lnTo>
                      <a:pt x="22" y="40"/>
                    </a:lnTo>
                    <a:lnTo>
                      <a:pt x="36" y="32"/>
                    </a:lnTo>
                    <a:lnTo>
                      <a:pt x="48" y="26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Freeform 329">
                <a:extLst>
                  <a:ext uri="{FF2B5EF4-FFF2-40B4-BE49-F238E27FC236}">
                    <a16:creationId xmlns:a16="http://schemas.microsoft.com/office/drawing/2014/main" id="{C71094D5-7E42-44E9-AD85-D4ED513D3F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0300" y="2873375"/>
                <a:ext cx="73025" cy="73025"/>
              </a:xfrm>
              <a:custGeom>
                <a:avLst/>
                <a:gdLst>
                  <a:gd name="T0" fmla="*/ 16 w 46"/>
                  <a:gd name="T1" fmla="*/ 0 h 46"/>
                  <a:gd name="T2" fmla="*/ 12 w 46"/>
                  <a:gd name="T3" fmla="*/ 6 h 46"/>
                  <a:gd name="T4" fmla="*/ 4 w 46"/>
                  <a:gd name="T5" fmla="*/ 20 h 46"/>
                  <a:gd name="T6" fmla="*/ 0 w 46"/>
                  <a:gd name="T7" fmla="*/ 26 h 46"/>
                  <a:gd name="T8" fmla="*/ 26 w 46"/>
                  <a:gd name="T9" fmla="*/ 46 h 46"/>
                  <a:gd name="T10" fmla="*/ 32 w 46"/>
                  <a:gd name="T11" fmla="*/ 36 h 46"/>
                  <a:gd name="T12" fmla="*/ 40 w 46"/>
                  <a:gd name="T13" fmla="*/ 22 h 46"/>
                  <a:gd name="T14" fmla="*/ 46 w 46"/>
                  <a:gd name="T15" fmla="*/ 12 h 46"/>
                  <a:gd name="T16" fmla="*/ 16 w 46"/>
                  <a:gd name="T17" fmla="*/ 0 h 46"/>
                  <a:gd name="T18" fmla="*/ 16 w 46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16" y="0"/>
                    </a:moveTo>
                    <a:lnTo>
                      <a:pt x="12" y="6"/>
                    </a:lnTo>
                    <a:lnTo>
                      <a:pt x="4" y="20"/>
                    </a:lnTo>
                    <a:lnTo>
                      <a:pt x="0" y="26"/>
                    </a:lnTo>
                    <a:lnTo>
                      <a:pt x="26" y="46"/>
                    </a:lnTo>
                    <a:lnTo>
                      <a:pt x="32" y="36"/>
                    </a:lnTo>
                    <a:lnTo>
                      <a:pt x="40" y="22"/>
                    </a:lnTo>
                    <a:lnTo>
                      <a:pt x="46" y="12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Freeform 330">
                <a:extLst>
                  <a:ext uri="{FF2B5EF4-FFF2-40B4-BE49-F238E27FC236}">
                    <a16:creationId xmlns:a16="http://schemas.microsoft.com/office/drawing/2014/main" id="{07464D5A-E6E6-4AF0-B213-7FEE155D7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959100"/>
                <a:ext cx="50800" cy="63500"/>
              </a:xfrm>
              <a:custGeom>
                <a:avLst/>
                <a:gdLst>
                  <a:gd name="T0" fmla="*/ 0 w 32"/>
                  <a:gd name="T1" fmla="*/ 4 h 40"/>
                  <a:gd name="T2" fmla="*/ 0 w 32"/>
                  <a:gd name="T3" fmla="*/ 12 h 40"/>
                  <a:gd name="T4" fmla="*/ 0 w 32"/>
                  <a:gd name="T5" fmla="*/ 28 h 40"/>
                  <a:gd name="T6" fmla="*/ 0 w 32"/>
                  <a:gd name="T7" fmla="*/ 36 h 40"/>
                  <a:gd name="T8" fmla="*/ 32 w 32"/>
                  <a:gd name="T9" fmla="*/ 40 h 40"/>
                  <a:gd name="T10" fmla="*/ 32 w 32"/>
                  <a:gd name="T11" fmla="*/ 28 h 40"/>
                  <a:gd name="T12" fmla="*/ 32 w 32"/>
                  <a:gd name="T13" fmla="*/ 12 h 40"/>
                  <a:gd name="T14" fmla="*/ 32 w 32"/>
                  <a:gd name="T15" fmla="*/ 0 h 40"/>
                  <a:gd name="T16" fmla="*/ 0 w 32"/>
                  <a:gd name="T17" fmla="*/ 4 h 40"/>
                  <a:gd name="T18" fmla="*/ 0 w 32"/>
                  <a:gd name="T1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0" y="4"/>
                    </a:moveTo>
                    <a:lnTo>
                      <a:pt x="0" y="12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32" y="40"/>
                    </a:lnTo>
                    <a:lnTo>
                      <a:pt x="32" y="28"/>
                    </a:lnTo>
                    <a:lnTo>
                      <a:pt x="32" y="12"/>
                    </a:lnTo>
                    <a:lnTo>
                      <a:pt x="32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Freeform 331">
                <a:extLst>
                  <a:ext uri="{FF2B5EF4-FFF2-40B4-BE49-F238E27FC236}">
                    <a16:creationId xmlns:a16="http://schemas.microsoft.com/office/drawing/2014/main" id="{F2F5027E-2576-4682-B818-09F02DF19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3035300"/>
                <a:ext cx="73025" cy="76200"/>
              </a:xfrm>
              <a:custGeom>
                <a:avLst/>
                <a:gdLst>
                  <a:gd name="T0" fmla="*/ 0 w 46"/>
                  <a:gd name="T1" fmla="*/ 22 h 48"/>
                  <a:gd name="T2" fmla="*/ 4 w 46"/>
                  <a:gd name="T3" fmla="*/ 28 h 48"/>
                  <a:gd name="T4" fmla="*/ 12 w 46"/>
                  <a:gd name="T5" fmla="*/ 42 h 48"/>
                  <a:gd name="T6" fmla="*/ 16 w 46"/>
                  <a:gd name="T7" fmla="*/ 48 h 48"/>
                  <a:gd name="T8" fmla="*/ 46 w 46"/>
                  <a:gd name="T9" fmla="*/ 36 h 48"/>
                  <a:gd name="T10" fmla="*/ 40 w 46"/>
                  <a:gd name="T11" fmla="*/ 26 h 48"/>
                  <a:gd name="T12" fmla="*/ 32 w 46"/>
                  <a:gd name="T13" fmla="*/ 12 h 48"/>
                  <a:gd name="T14" fmla="*/ 26 w 46"/>
                  <a:gd name="T15" fmla="*/ 0 h 48"/>
                  <a:gd name="T16" fmla="*/ 0 w 46"/>
                  <a:gd name="T17" fmla="*/ 22 h 48"/>
                  <a:gd name="T18" fmla="*/ 0 w 46"/>
                  <a:gd name="T19" fmla="*/ 2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0" y="22"/>
                    </a:moveTo>
                    <a:lnTo>
                      <a:pt x="4" y="28"/>
                    </a:lnTo>
                    <a:lnTo>
                      <a:pt x="12" y="42"/>
                    </a:lnTo>
                    <a:lnTo>
                      <a:pt x="16" y="48"/>
                    </a:lnTo>
                    <a:lnTo>
                      <a:pt x="46" y="36"/>
                    </a:lnTo>
                    <a:lnTo>
                      <a:pt x="40" y="26"/>
                    </a:lnTo>
                    <a:lnTo>
                      <a:pt x="32" y="12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Freeform 332">
                <a:extLst>
                  <a:ext uri="{FF2B5EF4-FFF2-40B4-BE49-F238E27FC236}">
                    <a16:creationId xmlns:a16="http://schemas.microsoft.com/office/drawing/2014/main" id="{FA343F9D-1CB1-4F97-BC4E-1948AD6E9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4275" y="3105150"/>
                <a:ext cx="73025" cy="73025"/>
              </a:xfrm>
              <a:custGeom>
                <a:avLst/>
                <a:gdLst>
                  <a:gd name="T0" fmla="*/ 0 w 46"/>
                  <a:gd name="T1" fmla="*/ 30 h 46"/>
                  <a:gd name="T2" fmla="*/ 6 w 46"/>
                  <a:gd name="T3" fmla="*/ 34 h 46"/>
                  <a:gd name="T4" fmla="*/ 20 w 46"/>
                  <a:gd name="T5" fmla="*/ 42 h 46"/>
                  <a:gd name="T6" fmla="*/ 26 w 46"/>
                  <a:gd name="T7" fmla="*/ 46 h 46"/>
                  <a:gd name="T8" fmla="*/ 46 w 46"/>
                  <a:gd name="T9" fmla="*/ 20 h 46"/>
                  <a:gd name="T10" fmla="*/ 36 w 46"/>
                  <a:gd name="T11" fmla="*/ 14 h 46"/>
                  <a:gd name="T12" fmla="*/ 22 w 46"/>
                  <a:gd name="T13" fmla="*/ 6 h 46"/>
                  <a:gd name="T14" fmla="*/ 12 w 46"/>
                  <a:gd name="T15" fmla="*/ 0 h 46"/>
                  <a:gd name="T16" fmla="*/ 0 w 46"/>
                  <a:gd name="T17" fmla="*/ 30 h 46"/>
                  <a:gd name="T18" fmla="*/ 0 w 46"/>
                  <a:gd name="T19" fmla="*/ 3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6">
                    <a:moveTo>
                      <a:pt x="0" y="30"/>
                    </a:moveTo>
                    <a:lnTo>
                      <a:pt x="6" y="34"/>
                    </a:lnTo>
                    <a:lnTo>
                      <a:pt x="20" y="42"/>
                    </a:lnTo>
                    <a:lnTo>
                      <a:pt x="26" y="46"/>
                    </a:lnTo>
                    <a:lnTo>
                      <a:pt x="46" y="20"/>
                    </a:lnTo>
                    <a:lnTo>
                      <a:pt x="36" y="14"/>
                    </a:lnTo>
                    <a:lnTo>
                      <a:pt x="22" y="6"/>
                    </a:lnTo>
                    <a:lnTo>
                      <a:pt x="12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Freeform 333">
                <a:extLst>
                  <a:ext uri="{FF2B5EF4-FFF2-40B4-BE49-F238E27FC236}">
                    <a16:creationId xmlns:a16="http://schemas.microsoft.com/office/drawing/2014/main" id="{BA964448-6E82-4780-838C-69836C0C9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0000" y="3143250"/>
                <a:ext cx="63500" cy="50800"/>
              </a:xfrm>
              <a:custGeom>
                <a:avLst/>
                <a:gdLst>
                  <a:gd name="T0" fmla="*/ 4 w 40"/>
                  <a:gd name="T1" fmla="*/ 32 h 32"/>
                  <a:gd name="T2" fmla="*/ 12 w 40"/>
                  <a:gd name="T3" fmla="*/ 32 h 32"/>
                  <a:gd name="T4" fmla="*/ 28 w 40"/>
                  <a:gd name="T5" fmla="*/ 32 h 32"/>
                  <a:gd name="T6" fmla="*/ 36 w 40"/>
                  <a:gd name="T7" fmla="*/ 32 h 32"/>
                  <a:gd name="T8" fmla="*/ 40 w 40"/>
                  <a:gd name="T9" fmla="*/ 0 h 32"/>
                  <a:gd name="T10" fmla="*/ 28 w 40"/>
                  <a:gd name="T11" fmla="*/ 0 h 32"/>
                  <a:gd name="T12" fmla="*/ 12 w 40"/>
                  <a:gd name="T13" fmla="*/ 0 h 32"/>
                  <a:gd name="T14" fmla="*/ 0 w 40"/>
                  <a:gd name="T15" fmla="*/ 0 h 32"/>
                  <a:gd name="T16" fmla="*/ 4 w 40"/>
                  <a:gd name="T17" fmla="*/ 32 h 32"/>
                  <a:gd name="T18" fmla="*/ 4 w 40"/>
                  <a:gd name="T1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32">
                    <a:moveTo>
                      <a:pt x="4" y="32"/>
                    </a:moveTo>
                    <a:lnTo>
                      <a:pt x="12" y="32"/>
                    </a:lnTo>
                    <a:lnTo>
                      <a:pt x="28" y="32"/>
                    </a:lnTo>
                    <a:lnTo>
                      <a:pt x="36" y="32"/>
                    </a:lnTo>
                    <a:lnTo>
                      <a:pt x="40" y="0"/>
                    </a:lnTo>
                    <a:lnTo>
                      <a:pt x="28" y="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4" y="32"/>
                    </a:lnTo>
                    <a:lnTo>
                      <a:pt x="4" y="3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Freeform 334">
                <a:extLst>
                  <a:ext uri="{FF2B5EF4-FFF2-40B4-BE49-F238E27FC236}">
                    <a16:creationId xmlns:a16="http://schemas.microsoft.com/office/drawing/2014/main" id="{682CC8F3-9232-4E96-839B-223855022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200" y="3111500"/>
                <a:ext cx="76200" cy="73025"/>
              </a:xfrm>
              <a:custGeom>
                <a:avLst/>
                <a:gdLst>
                  <a:gd name="T0" fmla="*/ 22 w 48"/>
                  <a:gd name="T1" fmla="*/ 46 h 46"/>
                  <a:gd name="T2" fmla="*/ 26 w 48"/>
                  <a:gd name="T3" fmla="*/ 42 h 46"/>
                  <a:gd name="T4" fmla="*/ 42 w 48"/>
                  <a:gd name="T5" fmla="*/ 34 h 46"/>
                  <a:gd name="T6" fmla="*/ 48 w 48"/>
                  <a:gd name="T7" fmla="*/ 30 h 46"/>
                  <a:gd name="T8" fmla="*/ 36 w 48"/>
                  <a:gd name="T9" fmla="*/ 0 h 46"/>
                  <a:gd name="T10" fmla="*/ 26 w 48"/>
                  <a:gd name="T11" fmla="*/ 6 h 46"/>
                  <a:gd name="T12" fmla="*/ 10 w 48"/>
                  <a:gd name="T13" fmla="*/ 14 h 46"/>
                  <a:gd name="T14" fmla="*/ 0 w 48"/>
                  <a:gd name="T15" fmla="*/ 20 h 46"/>
                  <a:gd name="T16" fmla="*/ 22 w 48"/>
                  <a:gd name="T17" fmla="*/ 46 h 46"/>
                  <a:gd name="T18" fmla="*/ 22 w 48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6">
                    <a:moveTo>
                      <a:pt x="22" y="46"/>
                    </a:moveTo>
                    <a:lnTo>
                      <a:pt x="26" y="42"/>
                    </a:lnTo>
                    <a:lnTo>
                      <a:pt x="42" y="34"/>
                    </a:lnTo>
                    <a:lnTo>
                      <a:pt x="48" y="30"/>
                    </a:lnTo>
                    <a:lnTo>
                      <a:pt x="36" y="0"/>
                    </a:lnTo>
                    <a:lnTo>
                      <a:pt x="26" y="6"/>
                    </a:lnTo>
                    <a:lnTo>
                      <a:pt x="10" y="14"/>
                    </a:lnTo>
                    <a:lnTo>
                      <a:pt x="0" y="20"/>
                    </a:lnTo>
                    <a:lnTo>
                      <a:pt x="22" y="46"/>
                    </a:lnTo>
                    <a:lnTo>
                      <a:pt x="22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Freeform 335">
                <a:extLst>
                  <a:ext uri="{FF2B5EF4-FFF2-40B4-BE49-F238E27FC236}">
                    <a16:creationId xmlns:a16="http://schemas.microsoft.com/office/drawing/2014/main" id="{A3607751-C34D-4807-9BD0-FB3AE5CC3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6050" y="3051175"/>
                <a:ext cx="69850" cy="73025"/>
              </a:xfrm>
              <a:custGeom>
                <a:avLst/>
                <a:gdLst>
                  <a:gd name="T0" fmla="*/ 30 w 44"/>
                  <a:gd name="T1" fmla="*/ 46 h 46"/>
                  <a:gd name="T2" fmla="*/ 34 w 44"/>
                  <a:gd name="T3" fmla="*/ 40 h 46"/>
                  <a:gd name="T4" fmla="*/ 42 w 44"/>
                  <a:gd name="T5" fmla="*/ 26 h 46"/>
                  <a:gd name="T6" fmla="*/ 44 w 44"/>
                  <a:gd name="T7" fmla="*/ 20 h 46"/>
                  <a:gd name="T8" fmla="*/ 20 w 44"/>
                  <a:gd name="T9" fmla="*/ 0 h 46"/>
                  <a:gd name="T10" fmla="*/ 14 w 44"/>
                  <a:gd name="T11" fmla="*/ 10 h 46"/>
                  <a:gd name="T12" fmla="*/ 6 w 44"/>
                  <a:gd name="T13" fmla="*/ 24 h 46"/>
                  <a:gd name="T14" fmla="*/ 0 w 44"/>
                  <a:gd name="T15" fmla="*/ 34 h 46"/>
                  <a:gd name="T16" fmla="*/ 30 w 44"/>
                  <a:gd name="T17" fmla="*/ 46 h 46"/>
                  <a:gd name="T18" fmla="*/ 30 w 44"/>
                  <a:gd name="T1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46">
                    <a:moveTo>
                      <a:pt x="30" y="46"/>
                    </a:moveTo>
                    <a:lnTo>
                      <a:pt x="34" y="40"/>
                    </a:lnTo>
                    <a:lnTo>
                      <a:pt x="42" y="26"/>
                    </a:lnTo>
                    <a:lnTo>
                      <a:pt x="44" y="20"/>
                    </a:lnTo>
                    <a:lnTo>
                      <a:pt x="20" y="0"/>
                    </a:lnTo>
                    <a:lnTo>
                      <a:pt x="14" y="10"/>
                    </a:lnTo>
                    <a:lnTo>
                      <a:pt x="6" y="24"/>
                    </a:lnTo>
                    <a:lnTo>
                      <a:pt x="0" y="34"/>
                    </a:lnTo>
                    <a:lnTo>
                      <a:pt x="30" y="46"/>
                    </a:lnTo>
                    <a:lnTo>
                      <a:pt x="30" y="4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Freeform 336">
                <a:extLst>
                  <a:ext uri="{FF2B5EF4-FFF2-40B4-BE49-F238E27FC236}">
                    <a16:creationId xmlns:a16="http://schemas.microsoft.com/office/drawing/2014/main" id="{97D7C9FE-1A03-4C2B-AF27-09F51FD51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4150" y="2974975"/>
                <a:ext cx="50800" cy="63500"/>
              </a:xfrm>
              <a:custGeom>
                <a:avLst/>
                <a:gdLst>
                  <a:gd name="T0" fmla="*/ 32 w 32"/>
                  <a:gd name="T1" fmla="*/ 36 h 40"/>
                  <a:gd name="T2" fmla="*/ 32 w 32"/>
                  <a:gd name="T3" fmla="*/ 28 h 40"/>
                  <a:gd name="T4" fmla="*/ 32 w 32"/>
                  <a:gd name="T5" fmla="*/ 12 h 40"/>
                  <a:gd name="T6" fmla="*/ 32 w 32"/>
                  <a:gd name="T7" fmla="*/ 4 h 40"/>
                  <a:gd name="T8" fmla="*/ 0 w 32"/>
                  <a:gd name="T9" fmla="*/ 0 h 40"/>
                  <a:gd name="T10" fmla="*/ 0 w 32"/>
                  <a:gd name="T11" fmla="*/ 12 h 40"/>
                  <a:gd name="T12" fmla="*/ 0 w 32"/>
                  <a:gd name="T13" fmla="*/ 28 h 40"/>
                  <a:gd name="T14" fmla="*/ 0 w 32"/>
                  <a:gd name="T15" fmla="*/ 40 h 40"/>
                  <a:gd name="T16" fmla="*/ 32 w 32"/>
                  <a:gd name="T17" fmla="*/ 36 h 40"/>
                  <a:gd name="T18" fmla="*/ 32 w 32"/>
                  <a:gd name="T19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40">
                    <a:moveTo>
                      <a:pt x="32" y="36"/>
                    </a:moveTo>
                    <a:lnTo>
                      <a:pt x="32" y="28"/>
                    </a:lnTo>
                    <a:lnTo>
                      <a:pt x="32" y="12"/>
                    </a:lnTo>
                    <a:lnTo>
                      <a:pt x="32" y="4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28"/>
                    </a:lnTo>
                    <a:lnTo>
                      <a:pt x="0" y="40"/>
                    </a:lnTo>
                    <a:lnTo>
                      <a:pt x="32" y="36"/>
                    </a:lnTo>
                    <a:lnTo>
                      <a:pt x="32" y="3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Freeform 337">
                <a:extLst>
                  <a:ext uri="{FF2B5EF4-FFF2-40B4-BE49-F238E27FC236}">
                    <a16:creationId xmlns:a16="http://schemas.microsoft.com/office/drawing/2014/main" id="{313F73E6-E352-4683-A911-D16C317BC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2400" y="2886075"/>
                <a:ext cx="73025" cy="76200"/>
              </a:xfrm>
              <a:custGeom>
                <a:avLst/>
                <a:gdLst>
                  <a:gd name="T0" fmla="*/ 46 w 46"/>
                  <a:gd name="T1" fmla="*/ 26 h 48"/>
                  <a:gd name="T2" fmla="*/ 42 w 46"/>
                  <a:gd name="T3" fmla="*/ 20 h 48"/>
                  <a:gd name="T4" fmla="*/ 34 w 46"/>
                  <a:gd name="T5" fmla="*/ 6 h 48"/>
                  <a:gd name="T6" fmla="*/ 30 w 46"/>
                  <a:gd name="T7" fmla="*/ 0 h 48"/>
                  <a:gd name="T8" fmla="*/ 0 w 46"/>
                  <a:gd name="T9" fmla="*/ 12 h 48"/>
                  <a:gd name="T10" fmla="*/ 6 w 46"/>
                  <a:gd name="T11" fmla="*/ 22 h 48"/>
                  <a:gd name="T12" fmla="*/ 14 w 46"/>
                  <a:gd name="T13" fmla="*/ 38 h 48"/>
                  <a:gd name="T14" fmla="*/ 20 w 46"/>
                  <a:gd name="T15" fmla="*/ 48 h 48"/>
                  <a:gd name="T16" fmla="*/ 46 w 46"/>
                  <a:gd name="T17" fmla="*/ 26 h 48"/>
                  <a:gd name="T18" fmla="*/ 46 w 46"/>
                  <a:gd name="T19" fmla="*/ 2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8">
                    <a:moveTo>
                      <a:pt x="46" y="26"/>
                    </a:moveTo>
                    <a:lnTo>
                      <a:pt x="42" y="20"/>
                    </a:lnTo>
                    <a:lnTo>
                      <a:pt x="34" y="6"/>
                    </a:lnTo>
                    <a:lnTo>
                      <a:pt x="30" y="0"/>
                    </a:lnTo>
                    <a:lnTo>
                      <a:pt x="0" y="12"/>
                    </a:lnTo>
                    <a:lnTo>
                      <a:pt x="6" y="22"/>
                    </a:lnTo>
                    <a:lnTo>
                      <a:pt x="14" y="38"/>
                    </a:lnTo>
                    <a:lnTo>
                      <a:pt x="20" y="48"/>
                    </a:lnTo>
                    <a:lnTo>
                      <a:pt x="46" y="26"/>
                    </a:lnTo>
                    <a:lnTo>
                      <a:pt x="46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Freeform 338">
                <a:extLst>
                  <a:ext uri="{FF2B5EF4-FFF2-40B4-BE49-F238E27FC236}">
                    <a16:creationId xmlns:a16="http://schemas.microsoft.com/office/drawing/2014/main" id="{C365AA85-3F4B-45AE-8B43-7680A4523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822575"/>
                <a:ext cx="73025" cy="69850"/>
              </a:xfrm>
              <a:custGeom>
                <a:avLst/>
                <a:gdLst>
                  <a:gd name="T0" fmla="*/ 46 w 46"/>
                  <a:gd name="T1" fmla="*/ 14 h 44"/>
                  <a:gd name="T2" fmla="*/ 40 w 46"/>
                  <a:gd name="T3" fmla="*/ 10 h 44"/>
                  <a:gd name="T4" fmla="*/ 26 w 46"/>
                  <a:gd name="T5" fmla="*/ 2 h 44"/>
                  <a:gd name="T6" fmla="*/ 20 w 46"/>
                  <a:gd name="T7" fmla="*/ 0 h 44"/>
                  <a:gd name="T8" fmla="*/ 0 w 46"/>
                  <a:gd name="T9" fmla="*/ 24 h 44"/>
                  <a:gd name="T10" fmla="*/ 10 w 46"/>
                  <a:gd name="T11" fmla="*/ 30 h 44"/>
                  <a:gd name="T12" fmla="*/ 24 w 46"/>
                  <a:gd name="T13" fmla="*/ 38 h 44"/>
                  <a:gd name="T14" fmla="*/ 34 w 46"/>
                  <a:gd name="T15" fmla="*/ 44 h 44"/>
                  <a:gd name="T16" fmla="*/ 46 w 46"/>
                  <a:gd name="T17" fmla="*/ 14 h 44"/>
                  <a:gd name="T18" fmla="*/ 46 w 46"/>
                  <a:gd name="T19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44">
                    <a:moveTo>
                      <a:pt x="46" y="14"/>
                    </a:moveTo>
                    <a:lnTo>
                      <a:pt x="40" y="10"/>
                    </a:lnTo>
                    <a:lnTo>
                      <a:pt x="26" y="2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0" y="30"/>
                    </a:lnTo>
                    <a:lnTo>
                      <a:pt x="24" y="38"/>
                    </a:lnTo>
                    <a:lnTo>
                      <a:pt x="34" y="44"/>
                    </a:lnTo>
                    <a:lnTo>
                      <a:pt x="46" y="14"/>
                    </a:lnTo>
                    <a:lnTo>
                      <a:pt x="4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Freeform 339">
                <a:extLst>
                  <a:ext uri="{FF2B5EF4-FFF2-40B4-BE49-F238E27FC236}">
                    <a16:creationId xmlns:a16="http://schemas.microsoft.com/office/drawing/2014/main" id="{44586D4A-5C4E-4A33-8CFD-3680582BF7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26175" y="2835275"/>
                <a:ext cx="323850" cy="327025"/>
              </a:xfrm>
              <a:custGeom>
                <a:avLst/>
                <a:gdLst>
                  <a:gd name="T0" fmla="*/ 51 w 102"/>
                  <a:gd name="T1" fmla="*/ 15 h 103"/>
                  <a:gd name="T2" fmla="*/ 16 w 102"/>
                  <a:gd name="T3" fmla="*/ 52 h 103"/>
                  <a:gd name="T4" fmla="*/ 51 w 102"/>
                  <a:gd name="T5" fmla="*/ 88 h 103"/>
                  <a:gd name="T6" fmla="*/ 87 w 102"/>
                  <a:gd name="T7" fmla="*/ 52 h 103"/>
                  <a:gd name="T8" fmla="*/ 51 w 102"/>
                  <a:gd name="T9" fmla="*/ 15 h 103"/>
                  <a:gd name="T10" fmla="*/ 51 w 102"/>
                  <a:gd name="T11" fmla="*/ 15 h 103"/>
                  <a:gd name="T12" fmla="*/ 51 w 102"/>
                  <a:gd name="T13" fmla="*/ 103 h 103"/>
                  <a:gd name="T14" fmla="*/ 0 w 102"/>
                  <a:gd name="T15" fmla="*/ 52 h 103"/>
                  <a:gd name="T16" fmla="*/ 51 w 102"/>
                  <a:gd name="T17" fmla="*/ 0 h 103"/>
                  <a:gd name="T18" fmla="*/ 102 w 102"/>
                  <a:gd name="T19" fmla="*/ 52 h 103"/>
                  <a:gd name="T20" fmla="*/ 51 w 102"/>
                  <a:gd name="T21" fmla="*/ 103 h 103"/>
                  <a:gd name="T22" fmla="*/ 51 w 102"/>
                  <a:gd name="T23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2" h="103">
                    <a:moveTo>
                      <a:pt x="51" y="15"/>
                    </a:moveTo>
                    <a:cubicBezTo>
                      <a:pt x="32" y="15"/>
                      <a:pt x="16" y="32"/>
                      <a:pt x="16" y="52"/>
                    </a:cubicBezTo>
                    <a:cubicBezTo>
                      <a:pt x="16" y="71"/>
                      <a:pt x="32" y="88"/>
                      <a:pt x="51" y="88"/>
                    </a:cubicBezTo>
                    <a:cubicBezTo>
                      <a:pt x="71" y="88"/>
                      <a:pt x="87" y="71"/>
                      <a:pt x="87" y="52"/>
                    </a:cubicBezTo>
                    <a:cubicBezTo>
                      <a:pt x="87" y="32"/>
                      <a:pt x="71" y="15"/>
                      <a:pt x="51" y="15"/>
                    </a:cubicBezTo>
                    <a:cubicBezTo>
                      <a:pt x="51" y="15"/>
                      <a:pt x="51" y="15"/>
                      <a:pt x="51" y="15"/>
                    </a:cubicBezTo>
                    <a:close/>
                    <a:moveTo>
                      <a:pt x="51" y="103"/>
                    </a:moveTo>
                    <a:cubicBezTo>
                      <a:pt x="23" y="103"/>
                      <a:pt x="0" y="80"/>
                      <a:pt x="0" y="52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80" y="0"/>
                      <a:pt x="102" y="23"/>
                      <a:pt x="102" y="52"/>
                    </a:cubicBezTo>
                    <a:cubicBezTo>
                      <a:pt x="102" y="80"/>
                      <a:pt x="80" y="103"/>
                      <a:pt x="51" y="103"/>
                    </a:cubicBezTo>
                    <a:cubicBezTo>
                      <a:pt x="51" y="103"/>
                      <a:pt x="51" y="103"/>
                      <a:pt x="51" y="10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Oval 340">
                <a:extLst>
                  <a:ext uri="{FF2B5EF4-FFF2-40B4-BE49-F238E27FC236}">
                    <a16:creationId xmlns:a16="http://schemas.microsoft.com/office/drawing/2014/main" id="{286F3CE6-4C46-4AF4-B8EF-BEF07B10D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1425" y="2930525"/>
                <a:ext cx="136525" cy="1365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041DA1-5A07-420F-A2A6-35087810C94E}"/>
              </a:ext>
            </a:extLst>
          </p:cNvPr>
          <p:cNvCxnSpPr>
            <a:cxnSpLocks/>
          </p:cNvCxnSpPr>
          <p:nvPr/>
        </p:nvCxnSpPr>
        <p:spPr>
          <a:xfrm>
            <a:off x="2934060" y="3072427"/>
            <a:ext cx="6041941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8701670-036E-4307-94FA-FD80B0860A19}"/>
              </a:ext>
            </a:extLst>
          </p:cNvPr>
          <p:cNvCxnSpPr>
            <a:cxnSpLocks/>
          </p:cNvCxnSpPr>
          <p:nvPr/>
        </p:nvCxnSpPr>
        <p:spPr>
          <a:xfrm>
            <a:off x="453922" y="3072427"/>
            <a:ext cx="2014359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EAA22F-D816-40BC-9D06-FD002524623C}"/>
              </a:ext>
            </a:extLst>
          </p:cNvPr>
          <p:cNvCxnSpPr>
            <a:cxnSpLocks/>
          </p:cNvCxnSpPr>
          <p:nvPr/>
        </p:nvCxnSpPr>
        <p:spPr>
          <a:xfrm>
            <a:off x="9408000" y="837000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Placeholder 30">
            <a:extLst>
              <a:ext uri="{FF2B5EF4-FFF2-40B4-BE49-F238E27FC236}">
                <a16:creationId xmlns:a16="http://schemas.microsoft.com/office/drawing/2014/main" id="{E1FCBEA7-2657-4213-80D6-DCA71CC80852}"/>
              </a:ext>
            </a:extLst>
          </p:cNvPr>
          <p:cNvSpPr txBox="1">
            <a:spLocks/>
          </p:cNvSpPr>
          <p:nvPr/>
        </p:nvSpPr>
        <p:spPr>
          <a:xfrm>
            <a:off x="72657" y="3166310"/>
            <a:ext cx="2813201" cy="3171652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 rtl="0" eaLnBrk="1" latinLnBrk="0" hangingPunct="1">
              <a:lnSpc>
                <a:spcPct val="90000"/>
              </a:lnSpc>
              <a:spcBef>
                <a:spcPts val="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sz="10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Placeholder 30">
            <a:extLst>
              <a:ext uri="{FF2B5EF4-FFF2-40B4-BE49-F238E27FC236}">
                <a16:creationId xmlns:a16="http://schemas.microsoft.com/office/drawing/2014/main" id="{BB6458A7-2126-4B24-AFEB-6592F99D23E1}"/>
              </a:ext>
            </a:extLst>
          </p:cNvPr>
          <p:cNvSpPr txBox="1">
            <a:spLocks/>
          </p:cNvSpPr>
          <p:nvPr/>
        </p:nvSpPr>
        <p:spPr>
          <a:xfrm>
            <a:off x="2939371" y="3166310"/>
            <a:ext cx="3544379" cy="2773137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 algn="l" rtl="0" eaLnBrk="1" latinLnBrk="0" hangingPunct="1">
              <a:lnSpc>
                <a:spcPct val="90000"/>
              </a:lnSpc>
              <a:spcBef>
                <a:spcPts val="500"/>
              </a:spcBef>
              <a:buNone/>
            </a:pPr>
            <a:endParaRPr lang="en-US" sz="10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69" name="Text Placeholder 30">
            <a:extLst>
              <a:ext uri="{FF2B5EF4-FFF2-40B4-BE49-F238E27FC236}">
                <a16:creationId xmlns:a16="http://schemas.microsoft.com/office/drawing/2014/main" id="{A24909C7-A2AA-4FBF-B317-EE2D134EA231}"/>
              </a:ext>
            </a:extLst>
          </p:cNvPr>
          <p:cNvSpPr txBox="1">
            <a:spLocks/>
          </p:cNvSpPr>
          <p:nvPr/>
        </p:nvSpPr>
        <p:spPr>
          <a:xfrm>
            <a:off x="9471541" y="4132956"/>
            <a:ext cx="2636633" cy="1111911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tabLst>
                <a:tab pos="809625" algn="l"/>
              </a:tabLst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61DB011-65D7-4745-94FD-A5428BFADC86}"/>
              </a:ext>
            </a:extLst>
          </p:cNvPr>
          <p:cNvGrpSpPr/>
          <p:nvPr/>
        </p:nvGrpSpPr>
        <p:grpSpPr>
          <a:xfrm>
            <a:off x="9371069" y="5437526"/>
            <a:ext cx="413521" cy="413521"/>
            <a:chOff x="7921416" y="783191"/>
            <a:chExt cx="413521" cy="413521"/>
          </a:xfrm>
        </p:grpSpPr>
        <p:sp>
          <p:nvSpPr>
            <p:cNvPr id="90" name="Elipse 7">
              <a:extLst>
                <a:ext uri="{FF2B5EF4-FFF2-40B4-BE49-F238E27FC236}">
                  <a16:creationId xmlns:a16="http://schemas.microsoft.com/office/drawing/2014/main" id="{191EE20B-A44E-48B0-82FB-42BD330ACFCA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C716773-64B1-404A-8B83-F05151E8698D}"/>
                </a:ext>
              </a:extLst>
            </p:cNvPr>
            <p:cNvGrpSpPr/>
            <p:nvPr/>
          </p:nvGrpSpPr>
          <p:grpSpPr>
            <a:xfrm>
              <a:off x="7991677" y="883711"/>
              <a:ext cx="332514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92" name="Freeform 349">
                <a:extLst>
                  <a:ext uri="{FF2B5EF4-FFF2-40B4-BE49-F238E27FC236}">
                    <a16:creationId xmlns:a16="http://schemas.microsoft.com/office/drawing/2014/main" id="{0E797519-1C76-4044-96F9-6D225753C9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3" name="Freeform 350">
                <a:extLst>
                  <a:ext uri="{FF2B5EF4-FFF2-40B4-BE49-F238E27FC236}">
                    <a16:creationId xmlns:a16="http://schemas.microsoft.com/office/drawing/2014/main" id="{F74520AD-B97E-4978-9EF0-F073AB3A0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4" name="Freeform 351">
                <a:extLst>
                  <a:ext uri="{FF2B5EF4-FFF2-40B4-BE49-F238E27FC236}">
                    <a16:creationId xmlns:a16="http://schemas.microsoft.com/office/drawing/2014/main" id="{7289EC6A-95F7-401F-88C5-C09D74648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5" name="Freeform 352">
                <a:extLst>
                  <a:ext uri="{FF2B5EF4-FFF2-40B4-BE49-F238E27FC236}">
                    <a16:creationId xmlns:a16="http://schemas.microsoft.com/office/drawing/2014/main" id="{E608D267-9DFC-47D3-AC5F-E121A97CE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6" name="Freeform 353">
                <a:extLst>
                  <a:ext uri="{FF2B5EF4-FFF2-40B4-BE49-F238E27FC236}">
                    <a16:creationId xmlns:a16="http://schemas.microsoft.com/office/drawing/2014/main" id="{3FC667DC-FF05-46F1-A8EF-5B2396844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7" name="Freeform 354">
                <a:extLst>
                  <a:ext uri="{FF2B5EF4-FFF2-40B4-BE49-F238E27FC236}">
                    <a16:creationId xmlns:a16="http://schemas.microsoft.com/office/drawing/2014/main" id="{245F6E1A-7E6A-4B59-8279-637DA1423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Freeform 355">
                <a:extLst>
                  <a:ext uri="{FF2B5EF4-FFF2-40B4-BE49-F238E27FC236}">
                    <a16:creationId xmlns:a16="http://schemas.microsoft.com/office/drawing/2014/main" id="{E48C0FDC-DD1C-42CB-89EE-EEE10FB3F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99" name="Freeform 356">
                <a:extLst>
                  <a:ext uri="{FF2B5EF4-FFF2-40B4-BE49-F238E27FC236}">
                    <a16:creationId xmlns:a16="http://schemas.microsoft.com/office/drawing/2014/main" id="{E2DEDD30-8DC9-466B-BEC1-DBE513BAB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Freeform 357">
                <a:extLst>
                  <a:ext uri="{FF2B5EF4-FFF2-40B4-BE49-F238E27FC236}">
                    <a16:creationId xmlns:a16="http://schemas.microsoft.com/office/drawing/2014/main" id="{A585902B-6169-444C-8963-37FF77723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89DE3D26-D73F-4B23-96A4-F2AE220D2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7734" y="5543644"/>
            <a:ext cx="18040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4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Industries</a:t>
            </a:r>
            <a:endParaRPr kumimoji="0" lang="en-US" altLang="nl-NL" sz="1200" b="1" i="0" u="none" strike="noStrike" kern="1200" cap="none" spc="0" normalizeH="0" baseline="0" noProof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798A35-7840-4B37-B121-04BEABC84969}"/>
              </a:ext>
            </a:extLst>
          </p:cNvPr>
          <p:cNvCxnSpPr>
            <a:cxnSpLocks/>
          </p:cNvCxnSpPr>
          <p:nvPr/>
        </p:nvCxnSpPr>
        <p:spPr>
          <a:xfrm>
            <a:off x="9490608" y="5860179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 Placeholder 30">
            <a:extLst>
              <a:ext uri="{FF2B5EF4-FFF2-40B4-BE49-F238E27FC236}">
                <a16:creationId xmlns:a16="http://schemas.microsoft.com/office/drawing/2014/main" id="{2A4BCD15-5A89-4A22-90DE-B3D7E03743ED}"/>
              </a:ext>
            </a:extLst>
          </p:cNvPr>
          <p:cNvSpPr txBox="1">
            <a:spLocks/>
          </p:cNvSpPr>
          <p:nvPr/>
        </p:nvSpPr>
        <p:spPr>
          <a:xfrm>
            <a:off x="9471541" y="5957165"/>
            <a:ext cx="2636633" cy="67675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defTabSz="108823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here.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 Placeholder 30">
            <a:extLst>
              <a:ext uri="{FF2B5EF4-FFF2-40B4-BE49-F238E27FC236}">
                <a16:creationId xmlns:a16="http://schemas.microsoft.com/office/drawing/2014/main" id="{405F196B-3616-4054-A60D-755E7024DBD7}"/>
              </a:ext>
            </a:extLst>
          </p:cNvPr>
          <p:cNvSpPr txBox="1">
            <a:spLocks/>
          </p:cNvSpPr>
          <p:nvPr/>
        </p:nvSpPr>
        <p:spPr>
          <a:xfrm>
            <a:off x="6570479" y="3166310"/>
            <a:ext cx="2335695" cy="1185896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173038" algn="l" rtl="0" eaLnBrk="1" latinLnBrk="0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Brief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2649E32-F03E-4B7A-A85F-A06D0AAFE107}"/>
              </a:ext>
            </a:extLst>
          </p:cNvPr>
          <p:cNvGrpSpPr/>
          <p:nvPr/>
        </p:nvGrpSpPr>
        <p:grpSpPr>
          <a:xfrm>
            <a:off x="6283373" y="2673230"/>
            <a:ext cx="413521" cy="413521"/>
            <a:chOff x="7921416" y="783191"/>
            <a:chExt cx="413521" cy="413521"/>
          </a:xfrm>
        </p:grpSpPr>
        <p:sp>
          <p:nvSpPr>
            <p:cNvPr id="106" name="Elipse 7">
              <a:extLst>
                <a:ext uri="{FF2B5EF4-FFF2-40B4-BE49-F238E27FC236}">
                  <a16:creationId xmlns:a16="http://schemas.microsoft.com/office/drawing/2014/main" id="{A2F7B1D4-1883-4AAE-BB54-4BFE2376E510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64248C2-D23E-4026-977B-0143DB4D1E71}"/>
                </a:ext>
              </a:extLst>
            </p:cNvPr>
            <p:cNvGrpSpPr/>
            <p:nvPr/>
          </p:nvGrpSpPr>
          <p:grpSpPr>
            <a:xfrm>
              <a:off x="7991677" y="883711"/>
              <a:ext cx="332514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108" name="Freeform 349">
                <a:extLst>
                  <a:ext uri="{FF2B5EF4-FFF2-40B4-BE49-F238E27FC236}">
                    <a16:creationId xmlns:a16="http://schemas.microsoft.com/office/drawing/2014/main" id="{7A052EA5-B9D3-4C1E-A3C2-9BC2E86ED0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9" name="Freeform 350">
                <a:extLst>
                  <a:ext uri="{FF2B5EF4-FFF2-40B4-BE49-F238E27FC236}">
                    <a16:creationId xmlns:a16="http://schemas.microsoft.com/office/drawing/2014/main" id="{395A2FB7-AACE-4C93-9E24-29CB275AC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Freeform 351">
                <a:extLst>
                  <a:ext uri="{FF2B5EF4-FFF2-40B4-BE49-F238E27FC236}">
                    <a16:creationId xmlns:a16="http://schemas.microsoft.com/office/drawing/2014/main" id="{26FA2507-9E04-4C26-B8FC-868F05907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Freeform 352">
                <a:extLst>
                  <a:ext uri="{FF2B5EF4-FFF2-40B4-BE49-F238E27FC236}">
                    <a16:creationId xmlns:a16="http://schemas.microsoft.com/office/drawing/2014/main" id="{2F3E51BF-BB49-478E-A487-BAD85A19D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Freeform 353">
                <a:extLst>
                  <a:ext uri="{FF2B5EF4-FFF2-40B4-BE49-F238E27FC236}">
                    <a16:creationId xmlns:a16="http://schemas.microsoft.com/office/drawing/2014/main" id="{1A66CF68-2AF4-4E9A-829A-FB9E9E750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Freeform 354">
                <a:extLst>
                  <a:ext uri="{FF2B5EF4-FFF2-40B4-BE49-F238E27FC236}">
                    <a16:creationId xmlns:a16="http://schemas.microsoft.com/office/drawing/2014/main" id="{8656B2EF-9198-4DCF-9940-C83673413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Freeform 355">
                <a:extLst>
                  <a:ext uri="{FF2B5EF4-FFF2-40B4-BE49-F238E27FC236}">
                    <a16:creationId xmlns:a16="http://schemas.microsoft.com/office/drawing/2014/main" id="{765496D3-E42B-4843-8C18-1A7482B0E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Freeform 356">
                <a:extLst>
                  <a:ext uri="{FF2B5EF4-FFF2-40B4-BE49-F238E27FC236}">
                    <a16:creationId xmlns:a16="http://schemas.microsoft.com/office/drawing/2014/main" id="{312F2FFE-7ECC-4D2C-A417-CF1812B83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Freeform 357">
                <a:extLst>
                  <a:ext uri="{FF2B5EF4-FFF2-40B4-BE49-F238E27FC236}">
                    <a16:creationId xmlns:a16="http://schemas.microsoft.com/office/drawing/2014/main" id="{1639AE9B-B173-483A-BA8A-996BA7F7E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17" name="Text Placeholder 30">
            <a:extLst>
              <a:ext uri="{FF2B5EF4-FFF2-40B4-BE49-F238E27FC236}">
                <a16:creationId xmlns:a16="http://schemas.microsoft.com/office/drawing/2014/main" id="{2E8B1B4B-17C2-4037-BF0E-C1BF7C7BCDEB}"/>
              </a:ext>
            </a:extLst>
          </p:cNvPr>
          <p:cNvSpPr txBox="1">
            <a:spLocks/>
          </p:cNvSpPr>
          <p:nvPr/>
        </p:nvSpPr>
        <p:spPr>
          <a:xfrm>
            <a:off x="9469004" y="1012679"/>
            <a:ext cx="2504590" cy="2325541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here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7A493-A464-4187-B94A-716ADFECD152}"/>
              </a:ext>
            </a:extLst>
          </p:cNvPr>
          <p:cNvSpPr/>
          <p:nvPr/>
        </p:nvSpPr>
        <p:spPr>
          <a:xfrm>
            <a:off x="6591694" y="2570023"/>
            <a:ext cx="15476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nl-NL" sz="2800" b="1">
                <a:solidFill>
                  <a:srgbClr val="0070AD"/>
                </a:solidFill>
              </a:rPr>
              <a:t> </a:t>
            </a:r>
            <a:r>
              <a:rPr lang="en-GB" sz="1400" b="1">
                <a:solidFill>
                  <a:srgbClr val="0070A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Career Summary</a:t>
            </a:r>
            <a:endParaRPr lang="en-US" sz="140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CC409C6-EDAD-44A3-0470-3CC320A09E2C}"/>
              </a:ext>
            </a:extLst>
          </p:cNvPr>
          <p:cNvSpPr txBox="1">
            <a:spLocks/>
          </p:cNvSpPr>
          <p:nvPr/>
        </p:nvSpPr>
        <p:spPr bwMode="white">
          <a:xfrm>
            <a:off x="2079122" y="1018407"/>
            <a:ext cx="5768815" cy="1161586"/>
          </a:xfrm>
        </p:spPr>
        <p:txBody>
          <a:bodyPr>
            <a:noAutofit/>
          </a:bodyPr>
          <a:lstStyle>
            <a:lvl1pPr marL="0" marR="0" indent="0" algn="l" defTabSz="914377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539750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00113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2604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62083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effectLst/>
                <a:latin typeface="Söhne"/>
              </a:rPr>
              <a:t>Summary: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Picture Placeholder 22" descr="Camera with solid fill">
            <a:extLst>
              <a:ext uri="{FF2B5EF4-FFF2-40B4-BE49-F238E27FC236}">
                <a16:creationId xmlns:a16="http://schemas.microsoft.com/office/drawing/2014/main" id="{3C4E279F-8490-0182-B3AC-415AA61B98B6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" r="41"/>
          <a:stretch/>
        </p:blipFill>
        <p:spPr>
          <a:xfrm>
            <a:off x="414595" y="302831"/>
            <a:ext cx="1734208" cy="1735628"/>
          </a:xfr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B6784EB-BF1E-D173-F45E-40029404069E}"/>
              </a:ext>
            </a:extLst>
          </p:cNvPr>
          <p:cNvSpPr txBox="1"/>
          <p:nvPr/>
        </p:nvSpPr>
        <p:spPr>
          <a:xfrm>
            <a:off x="9469004" y="4095022"/>
            <a:ext cx="27597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 typeface="Wingdings" panose="05000000000000000000" pitchFamily="2" charset="2"/>
              <a:buChar char="§"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here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523455BD-331D-E843-D2BD-AD06823F820C}"/>
              </a:ext>
            </a:extLst>
          </p:cNvPr>
          <p:cNvSpPr txBox="1">
            <a:spLocks/>
          </p:cNvSpPr>
          <p:nvPr/>
        </p:nvSpPr>
        <p:spPr>
          <a:xfrm>
            <a:off x="9415491" y="2866222"/>
            <a:ext cx="2547839" cy="12801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marR="0" lvl="1" indent="-171446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>
                <a:tab pos="809605" algn="l"/>
                <a:tab pos="4846518" algn="r"/>
              </a:tabLst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EAE1B2DE-E3A8-3222-4884-147565BB5EE2}"/>
              </a:ext>
            </a:extLst>
          </p:cNvPr>
          <p:cNvSpPr txBox="1">
            <a:spLocks/>
          </p:cNvSpPr>
          <p:nvPr/>
        </p:nvSpPr>
        <p:spPr>
          <a:xfrm>
            <a:off x="9502220" y="3050223"/>
            <a:ext cx="2504590" cy="1017524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70AD"/>
              </a:buClr>
              <a:buSzPct val="120000"/>
              <a:buFont typeface="Wingdings" panose="05000000000000000000" pitchFamily="2" charset="2"/>
              <a:buChar char="§"/>
              <a:tabLst>
                <a:tab pos="809625" algn="l"/>
              </a:tabLst>
              <a:defRPr/>
            </a:pPr>
            <a:r>
              <a:rPr lang="en-GB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here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A76656-447C-BFD2-AD6E-FB2AD379C9CD}"/>
              </a:ext>
            </a:extLst>
          </p:cNvPr>
          <p:cNvGrpSpPr/>
          <p:nvPr/>
        </p:nvGrpSpPr>
        <p:grpSpPr>
          <a:xfrm>
            <a:off x="9336248" y="2581656"/>
            <a:ext cx="413521" cy="413521"/>
            <a:chOff x="7921416" y="783191"/>
            <a:chExt cx="413521" cy="413521"/>
          </a:xfrm>
        </p:grpSpPr>
        <p:sp>
          <p:nvSpPr>
            <p:cNvPr id="11" name="Elipse 7">
              <a:extLst>
                <a:ext uri="{FF2B5EF4-FFF2-40B4-BE49-F238E27FC236}">
                  <a16:creationId xmlns:a16="http://schemas.microsoft.com/office/drawing/2014/main" id="{28217B86-C59D-6A5A-8675-6B6269A1F4CE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BA831A-2E79-F144-A217-D11F0E4A76BB}"/>
                </a:ext>
              </a:extLst>
            </p:cNvPr>
            <p:cNvGrpSpPr/>
            <p:nvPr/>
          </p:nvGrpSpPr>
          <p:grpSpPr>
            <a:xfrm>
              <a:off x="7991666" y="883711"/>
              <a:ext cx="332513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24" name="Freeform 349">
                <a:extLst>
                  <a:ext uri="{FF2B5EF4-FFF2-40B4-BE49-F238E27FC236}">
                    <a16:creationId xmlns:a16="http://schemas.microsoft.com/office/drawing/2014/main" id="{42185F15-D50C-72B4-2C1C-086E4FA445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" name="Freeform 350">
                <a:extLst>
                  <a:ext uri="{FF2B5EF4-FFF2-40B4-BE49-F238E27FC236}">
                    <a16:creationId xmlns:a16="http://schemas.microsoft.com/office/drawing/2014/main" id="{2409BA7B-D693-10AC-0E78-79FD17D22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Freeform 351">
                <a:extLst>
                  <a:ext uri="{FF2B5EF4-FFF2-40B4-BE49-F238E27FC236}">
                    <a16:creationId xmlns:a16="http://schemas.microsoft.com/office/drawing/2014/main" id="{CD6BC14C-A439-ECCF-E737-D2148E4AA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Freeform 352">
                <a:extLst>
                  <a:ext uri="{FF2B5EF4-FFF2-40B4-BE49-F238E27FC236}">
                    <a16:creationId xmlns:a16="http://schemas.microsoft.com/office/drawing/2014/main" id="{EA910872-0EC6-E3E8-350F-38E91043A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Freeform 353">
                <a:extLst>
                  <a:ext uri="{FF2B5EF4-FFF2-40B4-BE49-F238E27FC236}">
                    <a16:creationId xmlns:a16="http://schemas.microsoft.com/office/drawing/2014/main" id="{4B6D38B3-07AA-F6A2-536A-DFB196B431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 354">
                <a:extLst>
                  <a:ext uri="{FF2B5EF4-FFF2-40B4-BE49-F238E27FC236}">
                    <a16:creationId xmlns:a16="http://schemas.microsoft.com/office/drawing/2014/main" id="{F68DD78C-51FC-74BA-DF8D-3A492FEB0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Freeform 355">
                <a:extLst>
                  <a:ext uri="{FF2B5EF4-FFF2-40B4-BE49-F238E27FC236}">
                    <a16:creationId xmlns:a16="http://schemas.microsoft.com/office/drawing/2014/main" id="{1CCA8C13-74C9-FB4B-10B4-1398CBBD5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Freeform 356">
                <a:extLst>
                  <a:ext uri="{FF2B5EF4-FFF2-40B4-BE49-F238E27FC236}">
                    <a16:creationId xmlns:a16="http://schemas.microsoft.com/office/drawing/2014/main" id="{4D0B32AA-475E-C62F-3E81-B7502C0FE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Freeform 357">
                <a:extLst>
                  <a:ext uri="{FF2B5EF4-FFF2-40B4-BE49-F238E27FC236}">
                    <a16:creationId xmlns:a16="http://schemas.microsoft.com/office/drawing/2014/main" id="{0F890326-D0AD-18DA-53E8-F2CDCEF67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59B9C18-9936-2443-FA83-5AC9D5B74BF7}"/>
              </a:ext>
            </a:extLst>
          </p:cNvPr>
          <p:cNvCxnSpPr>
            <a:cxnSpLocks/>
          </p:cNvCxnSpPr>
          <p:nvPr/>
        </p:nvCxnSpPr>
        <p:spPr>
          <a:xfrm>
            <a:off x="9513669" y="2985473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1F631A7-9B42-EBC4-38A6-69348181C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9023" y="2665246"/>
            <a:ext cx="2424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400" b="1" i="0" u="none" strike="noStrike" kern="1200" cap="none" spc="0" normalizeH="0" baseline="0" noProof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Technology Expertise</a:t>
            </a:r>
            <a:endParaRPr kumimoji="0" lang="en-US" altLang="nl-NL" sz="1200" b="1" i="0" u="none" strike="noStrike" kern="1200" cap="none" spc="0" normalizeH="0" baseline="0" noProof="0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944B087-3445-8D37-B4EB-C2B53D8650B0}"/>
              </a:ext>
            </a:extLst>
          </p:cNvPr>
          <p:cNvGrpSpPr/>
          <p:nvPr/>
        </p:nvGrpSpPr>
        <p:grpSpPr>
          <a:xfrm>
            <a:off x="9336247" y="3796340"/>
            <a:ext cx="413521" cy="413521"/>
            <a:chOff x="7921416" y="783191"/>
            <a:chExt cx="413521" cy="413521"/>
          </a:xfrm>
        </p:grpSpPr>
        <p:sp>
          <p:nvSpPr>
            <p:cNvPr id="77" name="Elipse 7">
              <a:extLst>
                <a:ext uri="{FF2B5EF4-FFF2-40B4-BE49-F238E27FC236}">
                  <a16:creationId xmlns:a16="http://schemas.microsoft.com/office/drawing/2014/main" id="{1738151C-E4D6-6BBD-C34C-7B95F4A928DB}"/>
                </a:ext>
              </a:extLst>
            </p:cNvPr>
            <p:cNvSpPr/>
            <p:nvPr/>
          </p:nvSpPr>
          <p:spPr>
            <a:xfrm rot="5400000">
              <a:off x="7921416" y="783191"/>
              <a:ext cx="413521" cy="413521"/>
            </a:xfrm>
            <a:prstGeom prst="ellipse">
              <a:avLst/>
            </a:prstGeom>
            <a:solidFill>
              <a:srgbClr val="009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57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CFD0F47-8AF2-785C-79AA-A581A70B73F0}"/>
                </a:ext>
              </a:extLst>
            </p:cNvPr>
            <p:cNvGrpSpPr/>
            <p:nvPr/>
          </p:nvGrpSpPr>
          <p:grpSpPr>
            <a:xfrm>
              <a:off x="7991666" y="883711"/>
              <a:ext cx="332513" cy="225689"/>
              <a:chOff x="8232775" y="2616200"/>
              <a:chExt cx="701675" cy="476250"/>
            </a:xfrm>
            <a:solidFill>
              <a:schemeClr val="bg1"/>
            </a:solidFill>
          </p:grpSpPr>
          <p:sp>
            <p:nvSpPr>
              <p:cNvPr id="79" name="Freeform 349">
                <a:extLst>
                  <a:ext uri="{FF2B5EF4-FFF2-40B4-BE49-F238E27FC236}">
                    <a16:creationId xmlns:a16="http://schemas.microsoft.com/office/drawing/2014/main" id="{21441223-CDEB-D22D-7D7D-EF73963CD3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232775" y="2616200"/>
                <a:ext cx="536575" cy="476250"/>
              </a:xfrm>
              <a:custGeom>
                <a:avLst/>
                <a:gdLst>
                  <a:gd name="T0" fmla="*/ 152 w 169"/>
                  <a:gd name="T1" fmla="*/ 26 h 150"/>
                  <a:gd name="T2" fmla="*/ 144 w 169"/>
                  <a:gd name="T3" fmla="*/ 19 h 150"/>
                  <a:gd name="T4" fmla="*/ 152 w 169"/>
                  <a:gd name="T5" fmla="*/ 12 h 150"/>
                  <a:gd name="T6" fmla="*/ 159 w 169"/>
                  <a:gd name="T7" fmla="*/ 19 h 150"/>
                  <a:gd name="T8" fmla="*/ 152 w 169"/>
                  <a:gd name="T9" fmla="*/ 26 h 150"/>
                  <a:gd name="T10" fmla="*/ 159 w 169"/>
                  <a:gd name="T11" fmla="*/ 140 h 150"/>
                  <a:gd name="T12" fmla="*/ 11 w 169"/>
                  <a:gd name="T13" fmla="*/ 140 h 150"/>
                  <a:gd name="T14" fmla="*/ 11 w 169"/>
                  <a:gd name="T15" fmla="*/ 38 h 150"/>
                  <a:gd name="T16" fmla="*/ 159 w 169"/>
                  <a:gd name="T17" fmla="*/ 38 h 150"/>
                  <a:gd name="T18" fmla="*/ 159 w 169"/>
                  <a:gd name="T19" fmla="*/ 140 h 150"/>
                  <a:gd name="T20" fmla="*/ 110 w 169"/>
                  <a:gd name="T21" fmla="*/ 12 h 150"/>
                  <a:gd name="T22" fmla="*/ 117 w 169"/>
                  <a:gd name="T23" fmla="*/ 19 h 150"/>
                  <a:gd name="T24" fmla="*/ 110 w 169"/>
                  <a:gd name="T25" fmla="*/ 26 h 150"/>
                  <a:gd name="T26" fmla="*/ 102 w 169"/>
                  <a:gd name="T27" fmla="*/ 19 h 150"/>
                  <a:gd name="T28" fmla="*/ 110 w 169"/>
                  <a:gd name="T29" fmla="*/ 12 h 150"/>
                  <a:gd name="T30" fmla="*/ 131 w 169"/>
                  <a:gd name="T31" fmla="*/ 12 h 150"/>
                  <a:gd name="T32" fmla="*/ 138 w 169"/>
                  <a:gd name="T33" fmla="*/ 19 h 150"/>
                  <a:gd name="T34" fmla="*/ 131 w 169"/>
                  <a:gd name="T35" fmla="*/ 26 h 150"/>
                  <a:gd name="T36" fmla="*/ 123 w 169"/>
                  <a:gd name="T37" fmla="*/ 19 h 150"/>
                  <a:gd name="T38" fmla="*/ 131 w 169"/>
                  <a:gd name="T39" fmla="*/ 12 h 150"/>
                  <a:gd name="T40" fmla="*/ 164 w 169"/>
                  <a:gd name="T41" fmla="*/ 0 h 150"/>
                  <a:gd name="T42" fmla="*/ 6 w 169"/>
                  <a:gd name="T43" fmla="*/ 0 h 150"/>
                  <a:gd name="T44" fmla="*/ 0 w 169"/>
                  <a:gd name="T45" fmla="*/ 6 h 150"/>
                  <a:gd name="T46" fmla="*/ 0 w 169"/>
                  <a:gd name="T47" fmla="*/ 145 h 150"/>
                  <a:gd name="T48" fmla="*/ 6 w 169"/>
                  <a:gd name="T49" fmla="*/ 150 h 150"/>
                  <a:gd name="T50" fmla="*/ 164 w 169"/>
                  <a:gd name="T51" fmla="*/ 150 h 150"/>
                  <a:gd name="T52" fmla="*/ 169 w 169"/>
                  <a:gd name="T53" fmla="*/ 145 h 150"/>
                  <a:gd name="T54" fmla="*/ 169 w 169"/>
                  <a:gd name="T55" fmla="*/ 6 h 150"/>
                  <a:gd name="T56" fmla="*/ 164 w 169"/>
                  <a:gd name="T57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9" h="150">
                    <a:moveTo>
                      <a:pt x="152" y="26"/>
                    </a:moveTo>
                    <a:cubicBezTo>
                      <a:pt x="148" y="26"/>
                      <a:pt x="144" y="23"/>
                      <a:pt x="144" y="19"/>
                    </a:cubicBezTo>
                    <a:cubicBezTo>
                      <a:pt x="144" y="15"/>
                      <a:pt x="148" y="12"/>
                      <a:pt x="152" y="12"/>
                    </a:cubicBezTo>
                    <a:cubicBezTo>
                      <a:pt x="155" y="12"/>
                      <a:pt x="159" y="15"/>
                      <a:pt x="159" y="19"/>
                    </a:cubicBezTo>
                    <a:cubicBezTo>
                      <a:pt x="159" y="23"/>
                      <a:pt x="155" y="26"/>
                      <a:pt x="152" y="26"/>
                    </a:cubicBezTo>
                    <a:close/>
                    <a:moveTo>
                      <a:pt x="159" y="140"/>
                    </a:moveTo>
                    <a:cubicBezTo>
                      <a:pt x="11" y="140"/>
                      <a:pt x="11" y="140"/>
                      <a:pt x="11" y="140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59" y="38"/>
                      <a:pt x="159" y="38"/>
                      <a:pt x="159" y="38"/>
                    </a:cubicBezTo>
                    <a:cubicBezTo>
                      <a:pt x="159" y="140"/>
                      <a:pt x="159" y="140"/>
                      <a:pt x="159" y="140"/>
                    </a:cubicBezTo>
                    <a:close/>
                    <a:moveTo>
                      <a:pt x="110" y="12"/>
                    </a:moveTo>
                    <a:cubicBezTo>
                      <a:pt x="113" y="12"/>
                      <a:pt x="117" y="15"/>
                      <a:pt x="117" y="19"/>
                    </a:cubicBezTo>
                    <a:cubicBezTo>
                      <a:pt x="117" y="23"/>
                      <a:pt x="113" y="26"/>
                      <a:pt x="110" y="26"/>
                    </a:cubicBezTo>
                    <a:cubicBezTo>
                      <a:pt x="106" y="26"/>
                      <a:pt x="102" y="23"/>
                      <a:pt x="102" y="19"/>
                    </a:cubicBezTo>
                    <a:cubicBezTo>
                      <a:pt x="102" y="15"/>
                      <a:pt x="106" y="12"/>
                      <a:pt x="110" y="12"/>
                    </a:cubicBezTo>
                    <a:close/>
                    <a:moveTo>
                      <a:pt x="131" y="12"/>
                    </a:moveTo>
                    <a:cubicBezTo>
                      <a:pt x="134" y="12"/>
                      <a:pt x="138" y="15"/>
                      <a:pt x="138" y="19"/>
                    </a:cubicBezTo>
                    <a:cubicBezTo>
                      <a:pt x="138" y="23"/>
                      <a:pt x="134" y="26"/>
                      <a:pt x="131" y="26"/>
                    </a:cubicBezTo>
                    <a:cubicBezTo>
                      <a:pt x="127" y="26"/>
                      <a:pt x="123" y="23"/>
                      <a:pt x="123" y="19"/>
                    </a:cubicBezTo>
                    <a:cubicBezTo>
                      <a:pt x="123" y="15"/>
                      <a:pt x="127" y="12"/>
                      <a:pt x="131" y="12"/>
                    </a:cubicBezTo>
                    <a:close/>
                    <a:moveTo>
                      <a:pt x="164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8"/>
                      <a:pt x="3" y="150"/>
                      <a:pt x="6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7" y="150"/>
                      <a:pt x="169" y="148"/>
                      <a:pt x="169" y="145"/>
                    </a:cubicBezTo>
                    <a:cubicBezTo>
                      <a:pt x="169" y="6"/>
                      <a:pt x="169" y="6"/>
                      <a:pt x="169" y="6"/>
                    </a:cubicBezTo>
                    <a:cubicBezTo>
                      <a:pt x="169" y="3"/>
                      <a:pt x="167" y="0"/>
                      <a:pt x="16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Freeform 350">
                <a:extLst>
                  <a:ext uri="{FF2B5EF4-FFF2-40B4-BE49-F238E27FC236}">
                    <a16:creationId xmlns:a16="http://schemas.microsoft.com/office/drawing/2014/main" id="{80F2C920-ABE8-C0F3-CD28-D41F9720B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778125"/>
                <a:ext cx="387350" cy="73025"/>
              </a:xfrm>
              <a:custGeom>
                <a:avLst/>
                <a:gdLst>
                  <a:gd name="T0" fmla="*/ 244 w 244"/>
                  <a:gd name="T1" fmla="*/ 46 h 46"/>
                  <a:gd name="T2" fmla="*/ 0 w 244"/>
                  <a:gd name="T3" fmla="*/ 46 h 46"/>
                  <a:gd name="T4" fmla="*/ 0 w 244"/>
                  <a:gd name="T5" fmla="*/ 0 h 46"/>
                  <a:gd name="T6" fmla="*/ 244 w 244"/>
                  <a:gd name="T7" fmla="*/ 0 h 46"/>
                  <a:gd name="T8" fmla="*/ 244 w 244"/>
                  <a:gd name="T9" fmla="*/ 46 h 46"/>
                  <a:gd name="T10" fmla="*/ 244 w 244"/>
                  <a:gd name="T11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" h="46">
                    <a:moveTo>
                      <a:pt x="244" y="46"/>
                    </a:moveTo>
                    <a:lnTo>
                      <a:pt x="0" y="46"/>
                    </a:lnTo>
                    <a:lnTo>
                      <a:pt x="0" y="0"/>
                    </a:lnTo>
                    <a:lnTo>
                      <a:pt x="244" y="0"/>
                    </a:lnTo>
                    <a:lnTo>
                      <a:pt x="244" y="46"/>
                    </a:lnTo>
                    <a:lnTo>
                      <a:pt x="244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Freeform 351">
                <a:extLst>
                  <a:ext uri="{FF2B5EF4-FFF2-40B4-BE49-F238E27FC236}">
                    <a16:creationId xmlns:a16="http://schemas.microsoft.com/office/drawing/2014/main" id="{F284265D-C691-FD1D-21F7-ADFC3D0AA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5800" y="2879725"/>
                <a:ext cx="123825" cy="130175"/>
              </a:xfrm>
              <a:custGeom>
                <a:avLst/>
                <a:gdLst>
                  <a:gd name="T0" fmla="*/ 78 w 78"/>
                  <a:gd name="T1" fmla="*/ 0 h 82"/>
                  <a:gd name="T2" fmla="*/ 0 w 78"/>
                  <a:gd name="T3" fmla="*/ 0 h 82"/>
                  <a:gd name="T4" fmla="*/ 0 w 78"/>
                  <a:gd name="T5" fmla="*/ 82 h 82"/>
                  <a:gd name="T6" fmla="*/ 78 w 78"/>
                  <a:gd name="T7" fmla="*/ 82 h 82"/>
                  <a:gd name="T8" fmla="*/ 78 w 78"/>
                  <a:gd name="T9" fmla="*/ 0 h 82"/>
                  <a:gd name="T10" fmla="*/ 78 w 78"/>
                  <a:gd name="T11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82">
                    <a:moveTo>
                      <a:pt x="78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78" y="82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Freeform 352">
                <a:extLst>
                  <a:ext uri="{FF2B5EF4-FFF2-40B4-BE49-F238E27FC236}">
                    <a16:creationId xmlns:a16="http://schemas.microsoft.com/office/drawing/2014/main" id="{B28587CB-E224-91B3-447A-760F3101E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882900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Freeform 353">
                <a:extLst>
                  <a:ext uri="{FF2B5EF4-FFF2-40B4-BE49-F238E27FC236}">
                    <a16:creationId xmlns:a16="http://schemas.microsoft.com/office/drawing/2014/main" id="{666FF1F7-E02A-5B71-C761-B62B8405E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36875"/>
                <a:ext cx="130175" cy="15875"/>
              </a:xfrm>
              <a:custGeom>
                <a:avLst/>
                <a:gdLst>
                  <a:gd name="T0" fmla="*/ 82 w 82"/>
                  <a:gd name="T1" fmla="*/ 10 h 10"/>
                  <a:gd name="T2" fmla="*/ 0 w 82"/>
                  <a:gd name="T3" fmla="*/ 10 h 10"/>
                  <a:gd name="T4" fmla="*/ 0 w 82"/>
                  <a:gd name="T5" fmla="*/ 0 h 10"/>
                  <a:gd name="T6" fmla="*/ 82 w 82"/>
                  <a:gd name="T7" fmla="*/ 0 h 10"/>
                  <a:gd name="T8" fmla="*/ 82 w 82"/>
                  <a:gd name="T9" fmla="*/ 10 h 10"/>
                  <a:gd name="T10" fmla="*/ 82 w 82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0">
                    <a:moveTo>
                      <a:pt x="82" y="1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0"/>
                    </a:lnTo>
                    <a:lnTo>
                      <a:pt x="82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Freeform 354">
                <a:extLst>
                  <a:ext uri="{FF2B5EF4-FFF2-40B4-BE49-F238E27FC236}">
                    <a16:creationId xmlns:a16="http://schemas.microsoft.com/office/drawing/2014/main" id="{7A3F36DB-A07A-E232-FF0B-AAB5A0F14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1850" y="2987675"/>
                <a:ext cx="130175" cy="19050"/>
              </a:xfrm>
              <a:custGeom>
                <a:avLst/>
                <a:gdLst>
                  <a:gd name="T0" fmla="*/ 82 w 82"/>
                  <a:gd name="T1" fmla="*/ 12 h 12"/>
                  <a:gd name="T2" fmla="*/ 0 w 82"/>
                  <a:gd name="T3" fmla="*/ 12 h 12"/>
                  <a:gd name="T4" fmla="*/ 0 w 82"/>
                  <a:gd name="T5" fmla="*/ 0 h 12"/>
                  <a:gd name="T6" fmla="*/ 82 w 82"/>
                  <a:gd name="T7" fmla="*/ 0 h 12"/>
                  <a:gd name="T8" fmla="*/ 82 w 82"/>
                  <a:gd name="T9" fmla="*/ 12 h 12"/>
                  <a:gd name="T10" fmla="*/ 82 w 82"/>
                  <a:gd name="T1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2" h="12">
                    <a:moveTo>
                      <a:pt x="82" y="12"/>
                    </a:moveTo>
                    <a:lnTo>
                      <a:pt x="0" y="12"/>
                    </a:lnTo>
                    <a:lnTo>
                      <a:pt x="0" y="0"/>
                    </a:lnTo>
                    <a:lnTo>
                      <a:pt x="82" y="0"/>
                    </a:lnTo>
                    <a:lnTo>
                      <a:pt x="82" y="12"/>
                    </a:lnTo>
                    <a:lnTo>
                      <a:pt x="8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5" name="Freeform 355">
                <a:extLst>
                  <a:ext uri="{FF2B5EF4-FFF2-40B4-BE49-F238E27FC236}">
                    <a16:creationId xmlns:a16="http://schemas.microsoft.com/office/drawing/2014/main" id="{C8D88713-FBFD-F9ED-3582-3A6AA3152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9175" y="2962275"/>
                <a:ext cx="50800" cy="50800"/>
              </a:xfrm>
              <a:custGeom>
                <a:avLst/>
                <a:gdLst>
                  <a:gd name="T0" fmla="*/ 10 w 32"/>
                  <a:gd name="T1" fmla="*/ 0 h 32"/>
                  <a:gd name="T2" fmla="*/ 8 w 32"/>
                  <a:gd name="T3" fmla="*/ 2 h 32"/>
                  <a:gd name="T4" fmla="*/ 0 w 32"/>
                  <a:gd name="T5" fmla="*/ 32 h 32"/>
                  <a:gd name="T6" fmla="*/ 30 w 32"/>
                  <a:gd name="T7" fmla="*/ 22 h 32"/>
                  <a:gd name="T8" fmla="*/ 32 w 32"/>
                  <a:gd name="T9" fmla="*/ 22 h 32"/>
                  <a:gd name="T10" fmla="*/ 10 w 32"/>
                  <a:gd name="T11" fmla="*/ 0 h 32"/>
                  <a:gd name="T12" fmla="*/ 10 w 32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10" y="0"/>
                    </a:moveTo>
                    <a:lnTo>
                      <a:pt x="8" y="2"/>
                    </a:lnTo>
                    <a:lnTo>
                      <a:pt x="0" y="32"/>
                    </a:lnTo>
                    <a:lnTo>
                      <a:pt x="30" y="22"/>
                    </a:lnTo>
                    <a:lnTo>
                      <a:pt x="32" y="22"/>
                    </a:lnTo>
                    <a:lnTo>
                      <a:pt x="10" y="0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6" name="Freeform 356">
                <a:extLst>
                  <a:ext uri="{FF2B5EF4-FFF2-40B4-BE49-F238E27FC236}">
                    <a16:creationId xmlns:a16="http://schemas.microsoft.com/office/drawing/2014/main" id="{2A2F8EA5-E850-1A68-353F-A4A01B180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9200" y="2717800"/>
                <a:ext cx="95250" cy="92075"/>
              </a:xfrm>
              <a:custGeom>
                <a:avLst/>
                <a:gdLst>
                  <a:gd name="T0" fmla="*/ 23 w 30"/>
                  <a:gd name="T1" fmla="*/ 29 h 29"/>
                  <a:gd name="T2" fmla="*/ 28 w 30"/>
                  <a:gd name="T3" fmla="*/ 24 h 29"/>
                  <a:gd name="T4" fmla="*/ 28 w 30"/>
                  <a:gd name="T5" fmla="*/ 17 h 29"/>
                  <a:gd name="T6" fmla="*/ 13 w 30"/>
                  <a:gd name="T7" fmla="*/ 2 h 29"/>
                  <a:gd name="T8" fmla="*/ 6 w 30"/>
                  <a:gd name="T9" fmla="*/ 2 h 29"/>
                  <a:gd name="T10" fmla="*/ 0 w 30"/>
                  <a:gd name="T11" fmla="*/ 7 h 29"/>
                  <a:gd name="T12" fmla="*/ 23 w 30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29">
                    <a:moveTo>
                      <a:pt x="23" y="29"/>
                    </a:moveTo>
                    <a:cubicBezTo>
                      <a:pt x="28" y="24"/>
                      <a:pt x="28" y="24"/>
                      <a:pt x="28" y="24"/>
                    </a:cubicBezTo>
                    <a:cubicBezTo>
                      <a:pt x="30" y="22"/>
                      <a:pt x="30" y="19"/>
                      <a:pt x="28" y="17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1" y="0"/>
                      <a:pt x="8" y="0"/>
                      <a:pt x="6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3" y="29"/>
                      <a:pt x="23" y="29"/>
                      <a:pt x="2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87" name="Freeform 357">
                <a:extLst>
                  <a:ext uri="{FF2B5EF4-FFF2-40B4-BE49-F238E27FC236}">
                    <a16:creationId xmlns:a16="http://schemas.microsoft.com/office/drawing/2014/main" id="{670B2444-CDE4-4ED6-CD04-00B25CF0D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7275" y="2749550"/>
                <a:ext cx="225425" cy="225425"/>
              </a:xfrm>
              <a:custGeom>
                <a:avLst/>
                <a:gdLst>
                  <a:gd name="T0" fmla="*/ 49 w 71"/>
                  <a:gd name="T1" fmla="*/ 0 h 71"/>
                  <a:gd name="T2" fmla="*/ 48 w 71"/>
                  <a:gd name="T3" fmla="*/ 0 h 71"/>
                  <a:gd name="T4" fmla="*/ 2 w 71"/>
                  <a:gd name="T5" fmla="*/ 46 h 71"/>
                  <a:gd name="T6" fmla="*/ 2 w 71"/>
                  <a:gd name="T7" fmla="*/ 54 h 71"/>
                  <a:gd name="T8" fmla="*/ 3 w 71"/>
                  <a:gd name="T9" fmla="*/ 54 h 71"/>
                  <a:gd name="T10" fmla="*/ 8 w 71"/>
                  <a:gd name="T11" fmla="*/ 55 h 71"/>
                  <a:gd name="T12" fmla="*/ 9 w 71"/>
                  <a:gd name="T13" fmla="*/ 61 h 71"/>
                  <a:gd name="T14" fmla="*/ 10 w 71"/>
                  <a:gd name="T15" fmla="*/ 61 h 71"/>
                  <a:gd name="T16" fmla="*/ 15 w 71"/>
                  <a:gd name="T17" fmla="*/ 63 h 71"/>
                  <a:gd name="T18" fmla="*/ 17 w 71"/>
                  <a:gd name="T19" fmla="*/ 68 h 71"/>
                  <a:gd name="T20" fmla="*/ 17 w 71"/>
                  <a:gd name="T21" fmla="*/ 68 h 71"/>
                  <a:gd name="T22" fmla="*/ 25 w 71"/>
                  <a:gd name="T23" fmla="*/ 68 h 71"/>
                  <a:gd name="T24" fmla="*/ 71 w 71"/>
                  <a:gd name="T25" fmla="*/ 22 h 71"/>
                  <a:gd name="T26" fmla="*/ 71 w 71"/>
                  <a:gd name="T27" fmla="*/ 22 h 71"/>
                  <a:gd name="T28" fmla="*/ 49 w 71"/>
                  <a:gd name="T29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71">
                    <a:moveTo>
                      <a:pt x="49" y="0"/>
                    </a:moveTo>
                    <a:cubicBezTo>
                      <a:pt x="49" y="0"/>
                      <a:pt x="49" y="0"/>
                      <a:pt x="48" y="0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8"/>
                      <a:pt x="0" y="52"/>
                      <a:pt x="2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4" y="56"/>
                      <a:pt x="6" y="56"/>
                      <a:pt x="8" y="55"/>
                    </a:cubicBezTo>
                    <a:cubicBezTo>
                      <a:pt x="8" y="57"/>
                      <a:pt x="8" y="59"/>
                      <a:pt x="9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1" y="63"/>
                      <a:pt x="13" y="63"/>
                      <a:pt x="15" y="63"/>
                    </a:cubicBezTo>
                    <a:cubicBezTo>
                      <a:pt x="15" y="64"/>
                      <a:pt x="15" y="66"/>
                      <a:pt x="17" y="68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19" y="71"/>
                      <a:pt x="23" y="71"/>
                      <a:pt x="25" y="68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49" y="0"/>
                      <a:pt x="49" y="0"/>
                      <a:pt x="4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39F8750-369F-5B9F-74E7-9EC8C940B640}"/>
              </a:ext>
            </a:extLst>
          </p:cNvPr>
          <p:cNvCxnSpPr>
            <a:cxnSpLocks/>
          </p:cNvCxnSpPr>
          <p:nvPr/>
        </p:nvCxnSpPr>
        <p:spPr>
          <a:xfrm>
            <a:off x="9513668" y="4211030"/>
            <a:ext cx="2369405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2341BD2-0ED8-C0AA-AB93-52B42CE4A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9022" y="3890803"/>
            <a:ext cx="2424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defRPr/>
            </a:pPr>
            <a:r>
              <a:rPr lang="en-US" altLang="nl-NL" sz="1400" b="1">
                <a:solidFill>
                  <a:srgbClr val="0070AD"/>
                </a:solidFill>
                <a:latin typeface="Calibri"/>
                <a:ea typeface="Calibri"/>
                <a:cs typeface="Calibri"/>
              </a:rPr>
              <a:t>Industry Certificates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7266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Söhne</vt:lpstr>
      <vt:lpstr>Verdana</vt:lpstr>
      <vt:lpstr>Wingdings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CORTES, JESSICA BERENICE</dc:creator>
  <cp:lastModifiedBy>Singha, Debasish</cp:lastModifiedBy>
  <cp:revision>2</cp:revision>
  <dcterms:created xsi:type="dcterms:W3CDTF">2025-05-09T16:11:49Z</dcterms:created>
  <dcterms:modified xsi:type="dcterms:W3CDTF">2026-08-31T15:29:50Z</dcterms:modified>
</cp:coreProperties>
</file>